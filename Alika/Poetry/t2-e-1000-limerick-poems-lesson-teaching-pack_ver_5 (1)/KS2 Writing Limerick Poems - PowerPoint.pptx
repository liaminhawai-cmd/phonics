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40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pos="5420">
          <p15:clr>
            <a:srgbClr val="A4A3A4"/>
          </p15:clr>
        </p15:guide>
        <p15:guide id="6" orient="horz" pos="346">
          <p15:clr>
            <a:srgbClr val="A4A3A4"/>
          </p15:clr>
        </p15:guide>
        <p15:guide id="7" pos="476">
          <p15:clr>
            <a:srgbClr val="A4A3A4"/>
          </p15:clr>
        </p15:guide>
        <p15:guide id="8" orient="horz" pos="482">
          <p15:clr>
            <a:srgbClr val="A4A3A4"/>
          </p15:clr>
        </p15:guide>
        <p15:guide id="9" orient="horz" pos="3838">
          <p15:clr>
            <a:srgbClr val="A4A3A4"/>
          </p15:clr>
        </p15:guide>
        <p15:guide id="10" pos="5284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g1WAKJMEjgryK/RODAStOZFsML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340"/>
        <p:guide pos="3974" orient="horz"/>
        <p:guide pos="5420"/>
        <p:guide pos="346" orient="horz"/>
        <p:guide pos="476"/>
        <p:guide pos="482" orient="horz"/>
        <p:guide pos="3838" orient="horz"/>
        <p:guide pos="528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/>
          <p:nvPr/>
        </p:nvSpPr>
        <p:spPr>
          <a:xfrm>
            <a:off x="457200" y="438150"/>
            <a:ext cx="8220075" cy="5957888"/>
          </a:xfrm>
          <a:prstGeom prst="roundRect">
            <a:avLst>
              <a:gd fmla="val 2649" name="adj"/>
            </a:avLst>
          </a:prstGeom>
          <a:solidFill>
            <a:schemeClr val="lt1">
              <a:alpha val="89803"/>
            </a:schemeClr>
          </a:solidFill>
          <a:ln cap="rnd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5" name="Google Shape;15;p9"/>
          <p:cNvSpPr/>
          <p:nvPr>
            <p:ph type="title"/>
          </p:nvPr>
        </p:nvSpPr>
        <p:spPr>
          <a:xfrm>
            <a:off x="457198" y="478895"/>
            <a:ext cx="8220075" cy="994306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End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3288" y="6196013"/>
            <a:ext cx="576262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Box">
  <p:cSld name="Title Slide with Box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/>
          <p:nvPr/>
        </p:nvSpPr>
        <p:spPr>
          <a:xfrm>
            <a:off x="457200" y="438150"/>
            <a:ext cx="8220075" cy="5957888"/>
          </a:xfrm>
          <a:prstGeom prst="roundRect">
            <a:avLst>
              <a:gd fmla="val 2649" name="adj"/>
            </a:avLst>
          </a:prstGeom>
          <a:solidFill>
            <a:schemeClr val="lt1">
              <a:alpha val="89803"/>
            </a:schemeClr>
          </a:solidFill>
          <a:ln cap="rnd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20" name="Google Shape;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2438" y="5734050"/>
            <a:ext cx="576262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ims Slide">
  <p:cSld name="Aims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/>
          <p:nvPr/>
        </p:nvSpPr>
        <p:spPr>
          <a:xfrm>
            <a:off x="503238" y="2930525"/>
            <a:ext cx="8137525" cy="3414713"/>
          </a:xfrm>
          <a:prstGeom prst="roundRect">
            <a:avLst>
              <a:gd fmla="val 6409" name="adj"/>
            </a:avLst>
          </a:prstGeom>
          <a:solidFill>
            <a:srgbClr val="FFF9E7"/>
          </a:solidFill>
          <a:ln cap="rnd" cmpd="sng" w="25400">
            <a:solidFill>
              <a:srgbClr val="FEFBD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3" name="Google Shape;23;p12"/>
          <p:cNvSpPr/>
          <p:nvPr/>
        </p:nvSpPr>
        <p:spPr>
          <a:xfrm>
            <a:off x="503238" y="512763"/>
            <a:ext cx="8137525" cy="2192337"/>
          </a:xfrm>
          <a:prstGeom prst="roundRect">
            <a:avLst>
              <a:gd fmla="val 6409" name="adj"/>
            </a:avLst>
          </a:prstGeom>
          <a:solidFill>
            <a:srgbClr val="FFF9E7"/>
          </a:solidFill>
          <a:ln cap="rnd" cmpd="sng" w="25400">
            <a:solidFill>
              <a:srgbClr val="FEFBD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4" name="Google Shape;24;p12"/>
          <p:cNvSpPr txBox="1"/>
          <p:nvPr/>
        </p:nvSpPr>
        <p:spPr>
          <a:xfrm>
            <a:off x="628650" y="3071813"/>
            <a:ext cx="7886700" cy="53975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GB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endParaRPr/>
          </a:p>
        </p:txBody>
      </p:sp>
      <p:sp>
        <p:nvSpPr>
          <p:cNvPr id="25" name="Google Shape;25;p12"/>
          <p:cNvSpPr txBox="1"/>
          <p:nvPr/>
        </p:nvSpPr>
        <p:spPr>
          <a:xfrm>
            <a:off x="628650" y="735013"/>
            <a:ext cx="7886700" cy="53975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GB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Aim</a:t>
            </a:r>
            <a:endParaRPr/>
          </a:p>
        </p:txBody>
      </p:sp>
      <p:sp>
        <p:nvSpPr>
          <p:cNvPr id="26" name="Google Shape;26;p12"/>
          <p:cNvSpPr txBox="1"/>
          <p:nvPr/>
        </p:nvSpPr>
        <p:spPr>
          <a:xfrm>
            <a:off x="628650" y="3467100"/>
            <a:ext cx="788670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252000" wrap="square" tIns="2520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Statement 1 Lorem ipsum dolor sit amet, consectetur adipiscing elit.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Statement 2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Sub statement</a:t>
            </a:r>
            <a:endParaRPr/>
          </a:p>
        </p:txBody>
      </p:sp>
      <p:sp>
        <p:nvSpPr>
          <p:cNvPr id="27" name="Google Shape;27;p12"/>
          <p:cNvSpPr/>
          <p:nvPr>
            <p:ph idx="1" type="body"/>
          </p:nvPr>
        </p:nvSpPr>
        <p:spPr>
          <a:xfrm>
            <a:off x="628650" y="1127760"/>
            <a:ext cx="7886700" cy="1409700"/>
          </a:xfrm>
          <a:prstGeom prst="roundRect">
            <a:avLst>
              <a:gd fmla="val 2583" name="adj"/>
            </a:avLst>
          </a:prstGeom>
          <a:noFill/>
          <a:ln>
            <a:noFill/>
          </a:ln>
        </p:spPr>
        <p:txBody>
          <a:bodyPr anchorCtr="0" anchor="t" bIns="252000" lIns="252000" spcFirstLastPara="1" rIns="252000" wrap="square" tIns="2520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 sz="1665"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600"/>
              <a:buChar char="•"/>
              <a:defRPr sz="148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/>
          <p:nvPr>
            <p:ph type="title"/>
          </p:nvPr>
        </p:nvSpPr>
        <p:spPr>
          <a:xfrm>
            <a:off x="490538" y="695325"/>
            <a:ext cx="8162925" cy="1150938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/>
          <p:nvPr>
            <p:ph idx="1" type="body"/>
          </p:nvPr>
        </p:nvSpPr>
        <p:spPr>
          <a:xfrm>
            <a:off x="490538" y="1957388"/>
            <a:ext cx="8162925" cy="4387850"/>
          </a:xfrm>
          <a:prstGeom prst="roundRect">
            <a:avLst>
              <a:gd fmla="val 2583" name="adj"/>
            </a:avLst>
          </a:prstGeom>
          <a:noFill/>
          <a:ln>
            <a:noFill/>
          </a:ln>
        </p:spPr>
        <p:txBody>
          <a:bodyPr anchorCtr="0" anchor="t" bIns="252000" lIns="252000" spcFirstLastPara="1" rIns="252000" wrap="square" tIns="25200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 rot="-2700000">
            <a:off x="5106253" y="2432892"/>
            <a:ext cx="1669410" cy="1439147"/>
          </a:xfrm>
          <a:prstGeom prst="triangle">
            <a:avLst>
              <a:gd fmla="val 50000" name="adj"/>
            </a:avLst>
          </a:prstGeom>
          <a:solidFill>
            <a:srgbClr val="C9E1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617206" y="4226140"/>
            <a:ext cx="285224" cy="28522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 rot="5400000">
            <a:off x="5909939" y="2585905"/>
            <a:ext cx="335560" cy="335560"/>
          </a:xfrm>
          <a:prstGeom prst="corner">
            <a:avLst>
              <a:gd fmla="val 50000" name="adj1"/>
              <a:gd fmla="val 50000" name="adj2"/>
            </a:avLst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2"/>
          <p:cNvGrpSpPr/>
          <p:nvPr/>
        </p:nvGrpSpPr>
        <p:grpSpPr>
          <a:xfrm>
            <a:off x="0" y="771787"/>
            <a:ext cx="4991450" cy="822122"/>
            <a:chOff x="0" y="771787"/>
            <a:chExt cx="4991450" cy="822122"/>
          </a:xfrm>
        </p:grpSpPr>
        <p:sp>
          <p:nvSpPr>
            <p:cNvPr id="40" name="Google Shape;40;p2"/>
            <p:cNvSpPr/>
            <p:nvPr/>
          </p:nvSpPr>
          <p:spPr>
            <a:xfrm>
              <a:off x="0" y="771787"/>
              <a:ext cx="4991450" cy="822122"/>
            </a:xfrm>
            <a:prstGeom prst="rect">
              <a:avLst/>
            </a:prstGeom>
            <a:solidFill>
              <a:srgbClr val="B9D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What Is a Limerick?</a:t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5400000">
              <a:off x="-34713" y="974280"/>
              <a:ext cx="503339" cy="433913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" name="Google Shape;42;p2"/>
          <p:cNvGrpSpPr/>
          <p:nvPr/>
        </p:nvGrpSpPr>
        <p:grpSpPr>
          <a:xfrm>
            <a:off x="704674" y="1681224"/>
            <a:ext cx="4286775" cy="1375794"/>
            <a:chOff x="570451" y="1853966"/>
            <a:chExt cx="4286775" cy="919637"/>
          </a:xfrm>
        </p:grpSpPr>
        <p:sp>
          <p:nvSpPr>
            <p:cNvPr id="43" name="Google Shape;43;p2"/>
            <p:cNvSpPr/>
            <p:nvPr/>
          </p:nvSpPr>
          <p:spPr>
            <a:xfrm>
              <a:off x="570451" y="1853966"/>
              <a:ext cx="4286775" cy="52850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Limericks are light-hearted, funny poems with several common features. 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70451" y="2378276"/>
              <a:ext cx="4286775" cy="395327"/>
            </a:xfrm>
            <a:prstGeom prst="rect">
              <a:avLst/>
            </a:prstGeom>
            <a:solidFill>
              <a:srgbClr val="C9E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Compare these two limericks.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2"/>
          <p:cNvSpPr/>
          <p:nvPr/>
        </p:nvSpPr>
        <p:spPr>
          <a:xfrm>
            <a:off x="0" y="3467879"/>
            <a:ext cx="9144000" cy="528504"/>
          </a:xfrm>
          <a:prstGeom prst="rect">
            <a:avLst/>
          </a:prstGeom>
          <a:solidFill>
            <a:srgbClr val="18A0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0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did you notice about the poems?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185" y="2638344"/>
            <a:ext cx="3336113" cy="421965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704674" y="4563803"/>
            <a:ext cx="4030651" cy="1749109"/>
          </a:xfrm>
          <a:prstGeom prst="rect">
            <a:avLst/>
          </a:prstGeom>
          <a:solidFill>
            <a:srgbClr val="873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once was a young man from Ealing,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Who would always hang from the ceiling.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couldn’t wear a hat,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 could hang like a bat,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said, “What a wonderful feeling!”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841917" y="4562751"/>
            <a:ext cx="3702973" cy="174910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was an old Martian named Zed,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blue spots all over his head.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sent out a lot,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di-di-dash-dot-dot,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 nobody knows what he said!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3"/>
          <p:cNvGrpSpPr/>
          <p:nvPr/>
        </p:nvGrpSpPr>
        <p:grpSpPr>
          <a:xfrm>
            <a:off x="0" y="771787"/>
            <a:ext cx="4991450" cy="822122"/>
            <a:chOff x="0" y="771787"/>
            <a:chExt cx="4991450" cy="822122"/>
          </a:xfrm>
        </p:grpSpPr>
        <p:sp>
          <p:nvSpPr>
            <p:cNvPr id="54" name="Google Shape;54;p3"/>
            <p:cNvSpPr/>
            <p:nvPr/>
          </p:nvSpPr>
          <p:spPr>
            <a:xfrm>
              <a:off x="0" y="771787"/>
              <a:ext cx="4991450" cy="822122"/>
            </a:xfrm>
            <a:prstGeom prst="rect">
              <a:avLst/>
            </a:prstGeom>
            <a:solidFill>
              <a:srgbClr val="B9D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What Is a Limerick?</a:t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 rot="5400000">
              <a:off x="-34713" y="974280"/>
              <a:ext cx="503339" cy="433913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p3"/>
          <p:cNvSpPr/>
          <p:nvPr/>
        </p:nvSpPr>
        <p:spPr>
          <a:xfrm>
            <a:off x="704674" y="4563803"/>
            <a:ext cx="4030651" cy="1749109"/>
          </a:xfrm>
          <a:prstGeom prst="rect">
            <a:avLst/>
          </a:prstGeom>
          <a:solidFill>
            <a:srgbClr val="873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once was a young man from Ealing,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Who would always hang from the ceiling.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couldn’t wear a hat,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 could hang like a bat,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said, “What a wonderful feeling!”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" name="Google Shape;57;p3"/>
          <p:cNvGrpSpPr/>
          <p:nvPr/>
        </p:nvGrpSpPr>
        <p:grpSpPr>
          <a:xfrm>
            <a:off x="-1" y="771787"/>
            <a:ext cx="4991450" cy="822122"/>
            <a:chOff x="0" y="771787"/>
            <a:chExt cx="4991450" cy="822122"/>
          </a:xfrm>
        </p:grpSpPr>
        <p:sp>
          <p:nvSpPr>
            <p:cNvPr id="58" name="Google Shape;58;p3"/>
            <p:cNvSpPr/>
            <p:nvPr/>
          </p:nvSpPr>
          <p:spPr>
            <a:xfrm>
              <a:off x="0" y="771787"/>
              <a:ext cx="4991450" cy="82212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Limerick Features</a:t>
              </a: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 rot="5400000">
              <a:off x="-34713" y="974280"/>
              <a:ext cx="503339" cy="433913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3"/>
          <p:cNvSpPr/>
          <p:nvPr/>
        </p:nvSpPr>
        <p:spPr>
          <a:xfrm>
            <a:off x="2556674" y="2554445"/>
            <a:ext cx="4030651" cy="1749109"/>
          </a:xfrm>
          <a:prstGeom prst="rect">
            <a:avLst/>
          </a:prstGeom>
          <a:solidFill>
            <a:srgbClr val="873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once was a young man from Ealing,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Who would always hang from the ceiling.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couldn’t wear a hat,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 could hang like a bat,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said, “What a wonderful feeling!”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10167" y="4563803"/>
            <a:ext cx="4219663" cy="1828608"/>
          </a:xfrm>
          <a:prstGeom prst="rect">
            <a:avLst/>
          </a:prstGeom>
          <a:solidFill>
            <a:srgbClr val="F1F8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377624" y="0"/>
            <a:ext cx="2766375" cy="381699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6004617" y="4796032"/>
            <a:ext cx="2434709" cy="511741"/>
          </a:xfrm>
          <a:prstGeom prst="rect">
            <a:avLst/>
          </a:prstGeom>
          <a:solidFill>
            <a:srgbClr val="B9D3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Lines 3 and 4 rhyme.</a:t>
            </a:r>
            <a:endParaRPr/>
          </a:p>
        </p:txBody>
      </p:sp>
      <p:grpSp>
        <p:nvGrpSpPr>
          <p:cNvPr id="64" name="Google Shape;64;p3"/>
          <p:cNvGrpSpPr/>
          <p:nvPr/>
        </p:nvGrpSpPr>
        <p:grpSpPr>
          <a:xfrm>
            <a:off x="1110011" y="2796853"/>
            <a:ext cx="1498925" cy="2048634"/>
            <a:chOff x="1110011" y="2796853"/>
            <a:chExt cx="1498925" cy="2048634"/>
          </a:xfrm>
        </p:grpSpPr>
        <p:sp>
          <p:nvSpPr>
            <p:cNvPr id="65" name="Google Shape;65;p3"/>
            <p:cNvSpPr/>
            <p:nvPr/>
          </p:nvSpPr>
          <p:spPr>
            <a:xfrm>
              <a:off x="2495364" y="2796853"/>
              <a:ext cx="113572" cy="113572"/>
            </a:xfrm>
            <a:prstGeom prst="ellipse">
              <a:avLst/>
            </a:prstGeom>
            <a:solidFill>
              <a:srgbClr val="BF94D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" name="Google Shape;66;p3"/>
            <p:cNvCxnSpPr/>
            <p:nvPr/>
          </p:nvCxnSpPr>
          <p:spPr>
            <a:xfrm rot="-5400000">
              <a:off x="863550" y="3156887"/>
              <a:ext cx="1935061" cy="1442139"/>
            </a:xfrm>
            <a:prstGeom prst="bentConnector3">
              <a:avLst>
                <a:gd fmla="val 103324" name="adj1"/>
              </a:avLst>
            </a:prstGeom>
            <a:noFill/>
            <a:ln cap="flat" cmpd="sng" w="38100">
              <a:solidFill>
                <a:srgbClr val="BF95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7" name="Google Shape;67;p3"/>
          <p:cNvGrpSpPr/>
          <p:nvPr/>
        </p:nvGrpSpPr>
        <p:grpSpPr>
          <a:xfrm>
            <a:off x="1271015" y="3092907"/>
            <a:ext cx="1339886" cy="2062372"/>
            <a:chOff x="1271015" y="3092907"/>
            <a:chExt cx="1339886" cy="2062372"/>
          </a:xfrm>
        </p:grpSpPr>
        <p:sp>
          <p:nvSpPr>
            <p:cNvPr id="68" name="Google Shape;68;p3"/>
            <p:cNvSpPr/>
            <p:nvPr/>
          </p:nvSpPr>
          <p:spPr>
            <a:xfrm>
              <a:off x="2497329" y="3092907"/>
              <a:ext cx="113572" cy="113572"/>
            </a:xfrm>
            <a:prstGeom prst="ellipse">
              <a:avLst/>
            </a:prstGeom>
            <a:solidFill>
              <a:srgbClr val="BF94D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" name="Google Shape;69;p3"/>
            <p:cNvCxnSpPr>
              <a:endCxn id="68" idx="4"/>
            </p:cNvCxnSpPr>
            <p:nvPr/>
          </p:nvCxnSpPr>
          <p:spPr>
            <a:xfrm rot="-5400000">
              <a:off x="938165" y="3539329"/>
              <a:ext cx="1948800" cy="1283100"/>
            </a:xfrm>
            <a:prstGeom prst="bentConnector3">
              <a:avLst>
                <a:gd fmla="val 102515" name="adj1"/>
              </a:avLst>
            </a:prstGeom>
            <a:noFill/>
            <a:ln cap="flat" cmpd="sng" w="38100">
              <a:solidFill>
                <a:srgbClr val="BF95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0" name="Google Shape;70;p3"/>
          <p:cNvGrpSpPr/>
          <p:nvPr/>
        </p:nvGrpSpPr>
        <p:grpSpPr>
          <a:xfrm>
            <a:off x="1423313" y="4014835"/>
            <a:ext cx="1199272" cy="1293086"/>
            <a:chOff x="1423313" y="4014835"/>
            <a:chExt cx="1199272" cy="1293086"/>
          </a:xfrm>
        </p:grpSpPr>
        <p:sp>
          <p:nvSpPr>
            <p:cNvPr id="71" name="Google Shape;71;p3"/>
            <p:cNvSpPr/>
            <p:nvPr/>
          </p:nvSpPr>
          <p:spPr>
            <a:xfrm>
              <a:off x="2509013" y="4014835"/>
              <a:ext cx="113572" cy="113572"/>
            </a:xfrm>
            <a:prstGeom prst="ellipse">
              <a:avLst/>
            </a:prstGeom>
            <a:solidFill>
              <a:srgbClr val="BF94D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" name="Google Shape;72;p3"/>
            <p:cNvCxnSpPr>
              <a:endCxn id="71" idx="2"/>
            </p:cNvCxnSpPr>
            <p:nvPr/>
          </p:nvCxnSpPr>
          <p:spPr>
            <a:xfrm rot="-5400000">
              <a:off x="1348013" y="4146921"/>
              <a:ext cx="1236300" cy="1085700"/>
            </a:xfrm>
            <a:prstGeom prst="bentConnector2">
              <a:avLst/>
            </a:prstGeom>
            <a:noFill/>
            <a:ln cap="flat" cmpd="sng" w="38100">
              <a:solidFill>
                <a:srgbClr val="BF95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3" name="Google Shape;73;p3"/>
          <p:cNvGrpSpPr/>
          <p:nvPr/>
        </p:nvGrpSpPr>
        <p:grpSpPr>
          <a:xfrm flipH="1">
            <a:off x="5079644" y="3718958"/>
            <a:ext cx="1569074" cy="1179386"/>
            <a:chOff x="1022813" y="4014835"/>
            <a:chExt cx="1599772" cy="1179386"/>
          </a:xfrm>
        </p:grpSpPr>
        <p:sp>
          <p:nvSpPr>
            <p:cNvPr id="74" name="Google Shape;74;p3"/>
            <p:cNvSpPr/>
            <p:nvPr/>
          </p:nvSpPr>
          <p:spPr>
            <a:xfrm>
              <a:off x="2509013" y="4014835"/>
              <a:ext cx="113572" cy="113572"/>
            </a:xfrm>
            <a:prstGeom prst="ellipse">
              <a:avLst/>
            </a:prstGeom>
            <a:solidFill>
              <a:srgbClr val="B9D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" name="Google Shape;75;p3"/>
            <p:cNvCxnSpPr>
              <a:endCxn id="74" idx="2"/>
            </p:cNvCxnSpPr>
            <p:nvPr/>
          </p:nvCxnSpPr>
          <p:spPr>
            <a:xfrm flipH="1" rot="10800000">
              <a:off x="1022813" y="4071621"/>
              <a:ext cx="1486200" cy="1122600"/>
            </a:xfrm>
            <a:prstGeom prst="bentConnector3">
              <a:avLst>
                <a:gd fmla="val 394835" name="adj1"/>
              </a:avLst>
            </a:prstGeom>
            <a:noFill/>
            <a:ln cap="flat" cmpd="sng" w="38100">
              <a:solidFill>
                <a:srgbClr val="B9D26D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6" name="Google Shape;76;p3"/>
          <p:cNvGrpSpPr/>
          <p:nvPr/>
        </p:nvGrpSpPr>
        <p:grpSpPr>
          <a:xfrm flipH="1">
            <a:off x="4859118" y="3421574"/>
            <a:ext cx="2413847" cy="1476686"/>
            <a:chOff x="161513" y="4014835"/>
            <a:chExt cx="2461072" cy="1476686"/>
          </a:xfrm>
        </p:grpSpPr>
        <p:sp>
          <p:nvSpPr>
            <p:cNvPr id="77" name="Google Shape;77;p3"/>
            <p:cNvSpPr/>
            <p:nvPr/>
          </p:nvSpPr>
          <p:spPr>
            <a:xfrm>
              <a:off x="2509013" y="4014835"/>
              <a:ext cx="113572" cy="113572"/>
            </a:xfrm>
            <a:prstGeom prst="ellipse">
              <a:avLst/>
            </a:prstGeom>
            <a:solidFill>
              <a:srgbClr val="B9D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" name="Google Shape;78;p3"/>
            <p:cNvCxnSpPr>
              <a:endCxn id="77" idx="2"/>
            </p:cNvCxnSpPr>
            <p:nvPr/>
          </p:nvCxnSpPr>
          <p:spPr>
            <a:xfrm flipH="1" rot="10800000">
              <a:off x="161513" y="4071621"/>
              <a:ext cx="2347500" cy="1419900"/>
            </a:xfrm>
            <a:prstGeom prst="bentConnector3">
              <a:avLst>
                <a:gd fmla="val 307665" name="adj1"/>
              </a:avLst>
            </a:prstGeom>
            <a:noFill/>
            <a:ln cap="flat" cmpd="sng" w="38100">
              <a:solidFill>
                <a:srgbClr val="B9D26D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9" name="Google Shape;79;p3"/>
          <p:cNvSpPr/>
          <p:nvPr/>
        </p:nvSpPr>
        <p:spPr>
          <a:xfrm>
            <a:off x="806276" y="4802476"/>
            <a:ext cx="2434709" cy="505298"/>
          </a:xfrm>
          <a:prstGeom prst="rect">
            <a:avLst/>
          </a:prstGeom>
          <a:solidFill>
            <a:srgbClr val="BF94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Lines 1, 2 and 5 rhyme.</a:t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806276" y="5307773"/>
            <a:ext cx="2434709" cy="854231"/>
          </a:xfrm>
          <a:prstGeom prst="rect">
            <a:avLst/>
          </a:prstGeom>
          <a:solidFill>
            <a:srgbClr val="E9DA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Lines 1, 2 and 5 are longer and usually have</a:t>
            </a:r>
            <a:br>
              <a:rPr b="0" i="0" lang="en-GB" sz="16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6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eight to ten syllables.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000461" y="5307773"/>
            <a:ext cx="2434709" cy="854231"/>
          </a:xfrm>
          <a:prstGeom prst="rect">
            <a:avLst/>
          </a:prstGeom>
          <a:solidFill>
            <a:srgbClr val="E4EF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Lines 3 and 4 are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shorter and have five or six syllables.</a:t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2608936" y="2684477"/>
            <a:ext cx="3900921" cy="314471"/>
          </a:xfrm>
          <a:prstGeom prst="rect">
            <a:avLst/>
          </a:prstGeom>
          <a:solidFill>
            <a:srgbClr val="BF95D8">
              <a:alpha val="2392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610267" y="2996471"/>
            <a:ext cx="3900921" cy="314471"/>
          </a:xfrm>
          <a:prstGeom prst="rect">
            <a:avLst/>
          </a:prstGeom>
          <a:solidFill>
            <a:srgbClr val="BF95D8">
              <a:alpha val="2392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608935" y="3904105"/>
            <a:ext cx="3900921" cy="314471"/>
          </a:xfrm>
          <a:prstGeom prst="rect">
            <a:avLst/>
          </a:prstGeom>
          <a:solidFill>
            <a:srgbClr val="BF95D8">
              <a:alpha val="2392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608594" y="3315518"/>
            <a:ext cx="3900921" cy="292534"/>
          </a:xfrm>
          <a:prstGeom prst="rect">
            <a:avLst/>
          </a:prstGeom>
          <a:solidFill>
            <a:srgbClr val="B9D26D">
              <a:alpha val="2392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610901" y="3610503"/>
            <a:ext cx="3900921" cy="292534"/>
          </a:xfrm>
          <a:prstGeom prst="rect">
            <a:avLst/>
          </a:prstGeom>
          <a:solidFill>
            <a:srgbClr val="B9D26D">
              <a:alpha val="2392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1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/>
          <p:nvPr/>
        </p:nvSpPr>
        <p:spPr>
          <a:xfrm>
            <a:off x="5054390" y="1679236"/>
            <a:ext cx="3546298" cy="822123"/>
          </a:xfrm>
          <a:prstGeom prst="rect">
            <a:avLst/>
          </a:prstGeom>
          <a:solidFill>
            <a:srgbClr val="873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Limericks follow</a:t>
            </a:r>
            <a:b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typical rhythm: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566869" y="1"/>
            <a:ext cx="1577129" cy="217609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2558639" y="2547021"/>
            <a:ext cx="4030651" cy="1749109"/>
          </a:xfrm>
          <a:prstGeom prst="rect">
            <a:avLst/>
          </a:prstGeom>
          <a:solidFill>
            <a:srgbClr val="873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once was a young man from Ealing,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Who would always hang from the ceiling.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couldn’t wear a hat,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 could hang like a bat,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said, “What a wonderful feeling!”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2248250" y="2547021"/>
            <a:ext cx="4341040" cy="1761285"/>
          </a:xfrm>
          <a:prstGeom prst="rect">
            <a:avLst/>
          </a:prstGeom>
          <a:solidFill>
            <a:srgbClr val="F1F8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4"/>
          <p:cNvGrpSpPr/>
          <p:nvPr/>
        </p:nvGrpSpPr>
        <p:grpSpPr>
          <a:xfrm>
            <a:off x="-1" y="771787"/>
            <a:ext cx="4991450" cy="822122"/>
            <a:chOff x="0" y="771787"/>
            <a:chExt cx="4991450" cy="822122"/>
          </a:xfrm>
        </p:grpSpPr>
        <p:sp>
          <p:nvSpPr>
            <p:cNvPr id="96" name="Google Shape;96;p4"/>
            <p:cNvSpPr/>
            <p:nvPr/>
          </p:nvSpPr>
          <p:spPr>
            <a:xfrm>
              <a:off x="0" y="771787"/>
              <a:ext cx="4991450" cy="82212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Limerick Features</a:t>
              </a:r>
              <a:endParaRPr/>
            </a:p>
          </p:txBody>
        </p:sp>
        <p:sp>
          <p:nvSpPr>
            <p:cNvPr id="97" name="Google Shape;97;p4"/>
            <p:cNvSpPr/>
            <p:nvPr/>
          </p:nvSpPr>
          <p:spPr>
            <a:xfrm rot="5400000">
              <a:off x="-34713" y="974280"/>
              <a:ext cx="503339" cy="433913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4"/>
          <p:cNvSpPr/>
          <p:nvPr/>
        </p:nvSpPr>
        <p:spPr>
          <a:xfrm>
            <a:off x="543313" y="1679891"/>
            <a:ext cx="4448136" cy="4645408"/>
          </a:xfrm>
          <a:prstGeom prst="rect">
            <a:avLst/>
          </a:prstGeom>
          <a:solidFill>
            <a:srgbClr val="B9D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4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once was a young man from Ealing,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 would always hang from the ceiling.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 couldn’t wear a hat,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could hang like a bat,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said, “What a wonderful feeling!”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2185" y="2638344"/>
            <a:ext cx="3336113" cy="42196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4"/>
          <p:cNvGrpSpPr/>
          <p:nvPr/>
        </p:nvGrpSpPr>
        <p:grpSpPr>
          <a:xfrm>
            <a:off x="636577" y="1806761"/>
            <a:ext cx="4802560" cy="740260"/>
            <a:chOff x="636577" y="1806761"/>
            <a:chExt cx="4802560" cy="740260"/>
          </a:xfrm>
        </p:grpSpPr>
        <p:sp>
          <p:nvSpPr>
            <p:cNvPr id="101" name="Google Shape;101;p4"/>
            <p:cNvSpPr txBox="1"/>
            <p:nvPr/>
          </p:nvSpPr>
          <p:spPr>
            <a:xfrm>
              <a:off x="636577" y="1806761"/>
              <a:ext cx="4261608" cy="36933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8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di DUM di di DUM di DUM di </a:t>
              </a:r>
              <a:r>
                <a:rPr b="1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(3 beats)</a:t>
              </a:r>
              <a:endPara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4781725" y="2390862"/>
              <a:ext cx="156159" cy="15615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4280471" y="1974649"/>
              <a:ext cx="1158666" cy="489626"/>
            </a:xfrm>
            <a:prstGeom prst="arc">
              <a:avLst>
                <a:gd fmla="val 16200000" name="adj1"/>
                <a:gd fmla="val 4906537" name="adj2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4"/>
          <p:cNvGrpSpPr/>
          <p:nvPr/>
        </p:nvGrpSpPr>
        <p:grpSpPr>
          <a:xfrm>
            <a:off x="630274" y="2717566"/>
            <a:ext cx="4802560" cy="740260"/>
            <a:chOff x="636577" y="1806761"/>
            <a:chExt cx="4802560" cy="740260"/>
          </a:xfrm>
        </p:grpSpPr>
        <p:sp>
          <p:nvSpPr>
            <p:cNvPr id="105" name="Google Shape;105;p4"/>
            <p:cNvSpPr txBox="1"/>
            <p:nvPr/>
          </p:nvSpPr>
          <p:spPr>
            <a:xfrm>
              <a:off x="636577" y="1806761"/>
              <a:ext cx="4261608" cy="369332"/>
            </a:xfrm>
            <a:prstGeom prst="rect">
              <a:avLst/>
            </a:prstGeom>
            <a:solidFill>
              <a:srgbClr val="5A813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di DUM di di DUM di DUM di </a:t>
              </a:r>
              <a:r>
                <a:rPr b="1" lang="en-GB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(3 beats)</a:t>
              </a:r>
              <a:endPara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4781725" y="2390862"/>
              <a:ext cx="156159" cy="156159"/>
            </a:xfrm>
            <a:prstGeom prst="ellipse">
              <a:avLst/>
            </a:prstGeom>
            <a:solidFill>
              <a:srgbClr val="5A813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4280471" y="1974649"/>
              <a:ext cx="1158666" cy="489626"/>
            </a:xfrm>
            <a:prstGeom prst="arc">
              <a:avLst>
                <a:gd fmla="val 16200000" name="adj1"/>
                <a:gd fmla="val 4906537" name="adj2"/>
              </a:avLst>
            </a:prstGeom>
            <a:noFill/>
            <a:ln cap="flat" cmpd="sng" w="28575">
              <a:solidFill>
                <a:srgbClr val="5A813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4"/>
          <p:cNvGrpSpPr/>
          <p:nvPr/>
        </p:nvGrpSpPr>
        <p:grpSpPr>
          <a:xfrm>
            <a:off x="630274" y="3568046"/>
            <a:ext cx="4802560" cy="740260"/>
            <a:chOff x="636577" y="1806761"/>
            <a:chExt cx="4802560" cy="740260"/>
          </a:xfrm>
        </p:grpSpPr>
        <p:sp>
          <p:nvSpPr>
            <p:cNvPr id="109" name="Google Shape;109;p4"/>
            <p:cNvSpPr txBox="1"/>
            <p:nvPr/>
          </p:nvSpPr>
          <p:spPr>
            <a:xfrm>
              <a:off x="636577" y="1806761"/>
              <a:ext cx="4261608" cy="36933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di DUM di di DUM </a:t>
              </a:r>
              <a:r>
                <a:rPr b="1" lang="en-GB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(2 beats)</a:t>
              </a:r>
              <a:endPara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2989298" y="2390862"/>
              <a:ext cx="156159" cy="15615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712005" y="1974649"/>
              <a:ext cx="4727132" cy="489626"/>
            </a:xfrm>
            <a:prstGeom prst="arc">
              <a:avLst>
                <a:gd fmla="val 21288319" name="adj1"/>
                <a:gd fmla="val 4906537" name="adj2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" name="Google Shape;112;p4"/>
          <p:cNvGrpSpPr/>
          <p:nvPr/>
        </p:nvGrpSpPr>
        <p:grpSpPr>
          <a:xfrm>
            <a:off x="630274" y="4483125"/>
            <a:ext cx="4802560" cy="740260"/>
            <a:chOff x="636577" y="1806761"/>
            <a:chExt cx="4802560" cy="740260"/>
          </a:xfrm>
        </p:grpSpPr>
        <p:sp>
          <p:nvSpPr>
            <p:cNvPr id="113" name="Google Shape;113;p4"/>
            <p:cNvSpPr txBox="1"/>
            <p:nvPr/>
          </p:nvSpPr>
          <p:spPr>
            <a:xfrm>
              <a:off x="636577" y="1806761"/>
              <a:ext cx="4261608" cy="369332"/>
            </a:xfrm>
            <a:prstGeom prst="rect">
              <a:avLst/>
            </a:prstGeom>
            <a:solidFill>
              <a:srgbClr val="5A813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di DUM di di DUM </a:t>
              </a:r>
              <a:r>
                <a:rPr b="1" lang="en-GB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(2 beats)</a:t>
              </a:r>
              <a:endPara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3207411" y="2390862"/>
              <a:ext cx="156159" cy="156159"/>
            </a:xfrm>
            <a:prstGeom prst="ellipse">
              <a:avLst/>
            </a:prstGeom>
            <a:solidFill>
              <a:srgbClr val="5A813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712005" y="1866876"/>
              <a:ext cx="4727132" cy="597399"/>
            </a:xfrm>
            <a:prstGeom prst="arc">
              <a:avLst>
                <a:gd fmla="val 21225785" name="adj1"/>
                <a:gd fmla="val 2877256" name="adj2"/>
              </a:avLst>
            </a:prstGeom>
            <a:noFill/>
            <a:ln cap="flat" cmpd="sng" w="28575">
              <a:solidFill>
                <a:srgbClr val="5A813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4"/>
          <p:cNvGrpSpPr/>
          <p:nvPr/>
        </p:nvGrpSpPr>
        <p:grpSpPr>
          <a:xfrm>
            <a:off x="630274" y="5398204"/>
            <a:ext cx="4802560" cy="740260"/>
            <a:chOff x="636577" y="1806761"/>
            <a:chExt cx="4802560" cy="740260"/>
          </a:xfrm>
        </p:grpSpPr>
        <p:sp>
          <p:nvSpPr>
            <p:cNvPr id="117" name="Google Shape;117;p4"/>
            <p:cNvSpPr txBox="1"/>
            <p:nvPr/>
          </p:nvSpPr>
          <p:spPr>
            <a:xfrm>
              <a:off x="636577" y="1806761"/>
              <a:ext cx="4261608" cy="36933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di DUM di di DUM di DUM di </a:t>
              </a:r>
              <a:r>
                <a:rPr b="1" lang="en-GB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(3 beats)</a:t>
              </a:r>
              <a:endPara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4293524" y="2390862"/>
              <a:ext cx="156159" cy="15615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3470956" y="1974649"/>
              <a:ext cx="1968181" cy="489626"/>
            </a:xfrm>
            <a:prstGeom prst="arc">
              <a:avLst>
                <a:gd fmla="val 19797416" name="adj1"/>
                <a:gd fmla="val 5830174" name="adj2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2" presetSubtype="8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5054389" y="1687595"/>
            <a:ext cx="3546298" cy="1426041"/>
          </a:xfrm>
          <a:prstGeom prst="rect">
            <a:avLst/>
          </a:prstGeom>
          <a:solidFill>
            <a:srgbClr val="873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first line sets</a:t>
            </a:r>
            <a:br>
              <a:rPr lang="en-GB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up the subject so it usually</a:t>
            </a:r>
            <a:br>
              <a:rPr lang="en-GB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ends with the name</a:t>
            </a:r>
            <a:br>
              <a:rPr lang="en-GB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 a person or place.</a:t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5054390" y="1679236"/>
            <a:ext cx="3546298" cy="822123"/>
          </a:xfrm>
          <a:prstGeom prst="rect">
            <a:avLst/>
          </a:prstGeom>
          <a:solidFill>
            <a:srgbClr val="873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Limericks follow</a:t>
            </a:r>
            <a:br>
              <a:rPr lang="en-GB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typical rhythm:</a:t>
            </a:r>
            <a:endParaRPr b="0" i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054389" y="1593909"/>
            <a:ext cx="3609240" cy="1835091"/>
          </a:xfrm>
          <a:prstGeom prst="rect">
            <a:avLst/>
          </a:prstGeom>
          <a:solidFill>
            <a:srgbClr val="F1F8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566869" y="1"/>
            <a:ext cx="1577129" cy="21760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5"/>
          <p:cNvGrpSpPr/>
          <p:nvPr/>
        </p:nvGrpSpPr>
        <p:grpSpPr>
          <a:xfrm>
            <a:off x="-1" y="771787"/>
            <a:ext cx="4991450" cy="822122"/>
            <a:chOff x="0" y="771787"/>
            <a:chExt cx="4991450" cy="822122"/>
          </a:xfrm>
        </p:grpSpPr>
        <p:sp>
          <p:nvSpPr>
            <p:cNvPr id="129" name="Google Shape;129;p5"/>
            <p:cNvSpPr/>
            <p:nvPr/>
          </p:nvSpPr>
          <p:spPr>
            <a:xfrm>
              <a:off x="0" y="771787"/>
              <a:ext cx="4991450" cy="82212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Limerick Features</a:t>
              </a:r>
              <a:endParaRPr/>
            </a:p>
          </p:txBody>
        </p:sp>
        <p:sp>
          <p:nvSpPr>
            <p:cNvPr id="130" name="Google Shape;130;p5"/>
            <p:cNvSpPr/>
            <p:nvPr/>
          </p:nvSpPr>
          <p:spPr>
            <a:xfrm rot="5400000">
              <a:off x="-34713" y="974280"/>
              <a:ext cx="503339" cy="433913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5"/>
          <p:cNvSpPr/>
          <p:nvPr/>
        </p:nvSpPr>
        <p:spPr>
          <a:xfrm>
            <a:off x="543313" y="1679891"/>
            <a:ext cx="4448136" cy="4645408"/>
          </a:xfrm>
          <a:prstGeom prst="rect">
            <a:avLst/>
          </a:prstGeom>
          <a:solidFill>
            <a:srgbClr val="B9D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4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7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once was a young man from Ealing,</a:t>
            </a:r>
            <a:endParaRPr b="0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7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 would always hang from the ceiling.</a:t>
            </a:r>
            <a:endParaRPr b="0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7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 couldn’t wear a hat,</a:t>
            </a:r>
            <a:endParaRPr b="0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7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could hang like a bat,</a:t>
            </a:r>
            <a:endParaRPr b="0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7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said, “What a wonderful feeling!”</a:t>
            </a:r>
            <a:endParaRPr b="0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636577" y="2176111"/>
            <a:ext cx="7351200" cy="369300"/>
          </a:xfrm>
          <a:prstGeom prst="rect">
            <a:avLst/>
          </a:prstGeom>
          <a:solidFill>
            <a:srgbClr val="D84C4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first line begins with a phrase starting with ‘</a:t>
            </a:r>
            <a:r>
              <a:rPr b="1"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</a:t>
            </a: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’, like this one.</a:t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36577" y="2302963"/>
            <a:ext cx="1678784" cy="314471"/>
          </a:xfrm>
          <a:prstGeom prst="rect">
            <a:avLst/>
          </a:prstGeom>
          <a:solidFill>
            <a:srgbClr val="D84C4C">
              <a:alpha val="2392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636577" y="3127604"/>
            <a:ext cx="7198800" cy="369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second line gives more details about the subject.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712777" y="4177333"/>
            <a:ext cx="7198800" cy="369300"/>
          </a:xfrm>
          <a:prstGeom prst="rect">
            <a:avLst/>
          </a:prstGeom>
          <a:solidFill>
            <a:srgbClr val="873F9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Line 3 gives us some action about the subject.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712802" y="4594379"/>
            <a:ext cx="7198800" cy="369300"/>
          </a:xfrm>
          <a:prstGeom prst="rect">
            <a:avLst/>
          </a:prstGeom>
          <a:solidFill>
            <a:srgbClr val="873F9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Line 4 gives us some more action about the subject.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636577" y="5384250"/>
            <a:ext cx="7198740" cy="3693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last line is usually the consequence of lines 3 and 4.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winkl Template">
      <a:dk1>
        <a:srgbClr val="1C1C1C"/>
      </a:dk1>
      <a:lt1>
        <a:srgbClr val="FFFFFF"/>
      </a:lt1>
      <a:dk2>
        <a:srgbClr val="4A4A4A"/>
      </a:dk2>
      <a:lt2>
        <a:srgbClr val="F4F2F2"/>
      </a:lt2>
      <a:accent1>
        <a:srgbClr val="E34192"/>
      </a:accent1>
      <a:accent2>
        <a:srgbClr val="EB8634"/>
      </a:accent2>
      <a:accent3>
        <a:srgbClr val="E6C734"/>
      </a:accent3>
      <a:accent4>
        <a:srgbClr val="79AD42"/>
      </a:accent4>
      <a:accent5>
        <a:srgbClr val="23A7F9"/>
      </a:accent5>
      <a:accent6>
        <a:srgbClr val="954EBE"/>
      </a:accent6>
      <a:hlink>
        <a:srgbClr val="23A7F9"/>
      </a:hlink>
      <a:folHlink>
        <a:srgbClr val="7570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2017-11-06T15:36:38Z</dcterms:created>
  <dc:creator>Joseph Webb</dc:creator>
</cp:coreProperties>
</file>