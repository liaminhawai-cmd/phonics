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222.xml"/>
  <Override ContentType="application/vnd.openxmlformats-officedocument.presentationml.notesSlide+xml" PartName="/ppt/notesSlides/notesSlide311.xml"/>
  <Override ContentType="application/vnd.openxmlformats-officedocument.presentationml.notesSlide+xml" PartName="/ppt/notesSlides/notesSlide257.xml"/>
  <Override ContentType="application/vnd.openxmlformats-officedocument.presentationml.notesSlide+xml" PartName="/ppt/notesSlides/notesSlide265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249.xml"/>
  <Override ContentType="application/vnd.openxmlformats-officedocument.presentationml.notesSlide+xml" PartName="/ppt/notesSlides/notesSlide273.xml"/>
  <Override ContentType="application/vnd.openxmlformats-officedocument.presentationml.notesSlide+xml" PartName="/ppt/notesSlides/notesSlide206.xml"/>
  <Override ContentType="application/vnd.openxmlformats-officedocument.presentationml.notesSlide+xml" PartName="/ppt/notesSlides/notesSlide230.xml"/>
  <Override ContentType="application/vnd.openxmlformats-officedocument.presentationml.notesSlide+xml" PartName="/ppt/notesSlides/notesSlide338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03.xml"/>
  <Override ContentType="application/vnd.openxmlformats-officedocument.presentationml.notesSlide+xml" PartName="/ppt/notesSlides/notesSlide214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250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202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293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27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3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326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81.xml"/>
  <Override ContentType="application/vnd.openxmlformats-officedocument.presentationml.notesSlide+xml" PartName="/ppt/notesSlides/notesSlide331.xml"/>
  <Override ContentType="application/vnd.openxmlformats-officedocument.presentationml.notesSlide+xml" PartName="/ppt/notesSlides/notesSlide229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261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7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0.xml"/>
  <Override ContentType="application/vnd.openxmlformats-officedocument.presentationml.notesSlide+xml" PartName="/ppt/notesSlides/notesSlide315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296.xml"/>
  <Override ContentType="application/vnd.openxmlformats-officedocument.presentationml.notesSlide+xml" PartName="/ppt/notesSlides/notesSlide253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3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19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334.xml"/>
  <Override ContentType="application/vnd.openxmlformats-officedocument.presentationml.notesSlide+xml" PartName="/ppt/notesSlides/notesSlide30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32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285.xml"/>
  <Override ContentType="application/vnd.openxmlformats-officedocument.presentationml.notesSlide+xml" PartName="/ppt/notesSlides/notesSlide225.xml"/>
  <Override ContentType="application/vnd.openxmlformats-officedocument.presentationml.notesSlide+xml" PartName="/ppt/notesSlides/notesSlide242.xml"/>
  <Override ContentType="application/vnd.openxmlformats-officedocument.presentationml.notesSlide+xml" PartName="/ppt/notesSlides/notesSlide268.xml"/>
  <Override ContentType="application/vnd.openxmlformats-officedocument.presentationml.notesSlide+xml" PartName="/ppt/notesSlides/notesSlide329.xml"/>
  <Override ContentType="application/vnd.openxmlformats-officedocument.presentationml.notesSlide+xml" PartName="/ppt/notesSlides/notesSlide290.xml"/>
  <Override ContentType="application/vnd.openxmlformats-officedocument.presentationml.notesSlide+xml" PartName="/ppt/notesSlides/notesSlide274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02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256.xml"/>
  <Override ContentType="application/vnd.openxmlformats-officedocument.presentationml.notesSlide+xml" PartName="/ppt/notesSlides/notesSlide213.xml"/>
  <Override ContentType="application/vnd.openxmlformats-officedocument.presentationml.notesSlide+xml" PartName="/ppt/notesSlides/notesSlide223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231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266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32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03.xml"/>
  <Override ContentType="application/vnd.openxmlformats-officedocument.presentationml.notesSlide+xml" PartName="/ppt/notesSlides/notesSlide330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24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289.xml"/>
  <Override ContentType="application/vnd.openxmlformats-officedocument.presentationml.notesSlide+xml" PartName="/ppt/notesSlides/notesSlide280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217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31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339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51.xml"/>
  <Override ContentType="application/vnd.openxmlformats-officedocument.presentationml.notesSlide+xml" PartName="/ppt/notesSlides/notesSlide294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25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5.xml"/>
  <Override ContentType="application/vnd.openxmlformats-officedocument.presentationml.notesSlide+xml" PartName="/ppt/notesSlides/notesSlide324.xml"/>
  <Override ContentType="application/vnd.openxmlformats-officedocument.presentationml.notesSlide+xml" PartName="/ppt/notesSlides/notesSlide235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278.xml"/>
  <Override ContentType="application/vnd.openxmlformats-officedocument.presentationml.notesSlide+xml" PartName="/ppt/notesSlides/notesSlide2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245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8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218.xml"/>
  <Override ContentType="application/vnd.openxmlformats-officedocument.presentationml.notesSlide+xml" PartName="/ppt/notesSlides/notesSlide26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307.xml"/>
  <Override ContentType="application/vnd.openxmlformats-officedocument.presentationml.notesSlide+xml" PartName="/ppt/notesSlides/notesSlide335.xml"/>
  <Override ContentType="application/vnd.openxmlformats-officedocument.presentationml.notesSlide+xml" PartName="/ppt/notesSlides/notesSlide318.xml"/>
  <Override ContentType="application/vnd.openxmlformats-officedocument.presentationml.notesSlide+xml" PartName="/ppt/notesSlides/notesSlide284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267.xml"/>
  <Override ContentType="application/vnd.openxmlformats-officedocument.presentationml.notesSlide+xml" PartName="/ppt/notesSlides/notesSlide224.xml"/>
  <Override ContentType="application/vnd.openxmlformats-officedocument.presentationml.notesSlide+xml" PartName="/ppt/notesSlides/notesSlide241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207.xml"/>
  <Override ContentType="application/vnd.openxmlformats-officedocument.presentationml.notesSlide+xml" PartName="/ppt/notesSlides/notesSlide299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91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239.xml"/>
  <Override ContentType="application/vnd.openxmlformats-officedocument.presentationml.notesSlide+xml" PartName="/ppt/notesSlides/notesSlide24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283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232.xml"/>
  <Override ContentType="application/vnd.openxmlformats-officedocument.presentationml.notesSlide+xml" PartName="/ppt/notesSlides/notesSlide275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2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263.xml"/>
  <Override ContentType="application/vnd.openxmlformats-officedocument.presentationml.notesSlide+xml" PartName="/ppt/notesSlides/notesSlide25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0.xml"/>
  <Override ContentType="application/vnd.openxmlformats-officedocument.presentationml.notesSlide+xml" PartName="/ppt/notesSlides/notesSlide313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204.xml"/>
  <Override ContentType="application/vnd.openxmlformats-officedocument.presentationml.notesSlide+xml" PartName="/ppt/notesSlides/notesSlide247.xml"/>
  <Override ContentType="application/vnd.openxmlformats-officedocument.presentationml.notesSlide+xml" PartName="/ppt/notesSlides/notesSlide30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16.xml"/>
  <Override ContentType="application/vnd.openxmlformats-officedocument.presentationml.notesSlide+xml" PartName="/ppt/notesSlides/notesSlide227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287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21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332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308.xml"/>
  <Override ContentType="application/vnd.openxmlformats-officedocument.presentationml.notesSlide+xml" PartName="/ppt/notesSlides/notesSlide325.xml"/>
  <Override ContentType="application/vnd.openxmlformats-officedocument.presentationml.notesSlide+xml" PartName="/ppt/notesSlides/notesSlide279.xml"/>
  <Override ContentType="application/vnd.openxmlformats-officedocument.presentationml.notesSlide+xml" PartName="/ppt/notesSlides/notesSlide236.xml"/>
  <Override ContentType="application/vnd.openxmlformats-officedocument.presentationml.notesSlide+xml" PartName="/ppt/notesSlides/notesSlide244.xml"/>
  <Override ContentType="application/vnd.openxmlformats-officedocument.presentationml.notesSlide+xml" PartName="/ppt/notesSlides/notesSlide20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0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321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317.xml"/>
  <Override ContentType="application/vnd.openxmlformats-officedocument.presentationml.notesSlide+xml" PartName="/ppt/notesSlides/notesSlide336.xml"/>
  <Override ContentType="application/vnd.openxmlformats-officedocument.presentationml.notesSlide+xml" PartName="/ppt/notesSlides/notesSlide304.xml"/>
  <Override ContentType="application/vnd.openxmlformats-officedocument.presentationml.notesSlide+xml" PartName="/ppt/notesSlides/notesSlide272.xml"/>
  <Override ContentType="application/vnd.openxmlformats-officedocument.presentationml.notesSlide+xml" PartName="/ppt/notesSlides/notesSlide310.xml"/>
  <Override ContentType="application/vnd.openxmlformats-officedocument.presentationml.notesSlide+xml" PartName="/ppt/notesSlides/notesSlide255.xml"/>
  <Override ContentType="application/vnd.openxmlformats-officedocument.presentationml.notesSlide+xml" PartName="/ppt/notesSlides/notesSlide212.xml"/>
  <Override ContentType="application/vnd.openxmlformats-officedocument.presentationml.notesSlide+xml" PartName="/ppt/notesSlides/notesSlide298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28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248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21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258.xml"/>
  <Override ContentType="application/vnd.openxmlformats-officedocument.presentationml.notesSlide+xml" PartName="/ppt/notesSlides/notesSlide312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292.xml"/>
  <Override ContentType="application/vnd.openxmlformats-officedocument.presentationml.notesSlide+xml" PartName="/ppt/notesSlides/notesSlide205.xml"/>
  <Override ContentType="application/vnd.openxmlformats-officedocument.presentationml.notesSlide+xml" PartName="/ppt/notesSlides/notesSlide337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276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233.xml"/>
  <Override ContentType="application/vnd.openxmlformats-officedocument.presentationml.notesSlide+xml" PartName="/ppt/notesSlides/notesSlide300.xml"/>
  <Override ContentType="application/vnd.openxmlformats-officedocument.presentationml.notesSlide+xml" PartName="/ppt/notesSlides/notesSlide327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264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221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309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260.xml"/>
  <Override ContentType="application/vnd.openxmlformats-officedocument.presentationml.notesSlide+xml" PartName="/ppt/notesSlides/notesSlide316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43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26.xml"/>
  <Override ContentType="application/vnd.openxmlformats-officedocument.presentationml.notesSlide+xml" PartName="/ppt/notesSlides/notesSlide269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09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333.xml"/>
  <Override ContentType="application/vnd.openxmlformats-officedocument.presentationml.notesSlide+xml" PartName="/ppt/notesSlides/notesSlide30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271.xml"/>
  <Override ContentType="application/vnd.openxmlformats-officedocument.presentationml.notesSlide+xml" PartName="/ppt/notesSlides/notesSlide237.xml"/>
  <Override ContentType="application/vnd.openxmlformats-officedocument.presentationml.notesSlide+xml" PartName="/ppt/notesSlides/notesSlide297.xml"/>
  <Override ContentType="application/vnd.openxmlformats-officedocument.presentationml.notesSlide+xml" PartName="/ppt/notesSlides/notesSlide211.xml"/>
  <Override ContentType="application/vnd.openxmlformats-officedocument.presentationml.notesSlide+xml" PartName="/ppt/notesSlides/notesSlide254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28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322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296.xml"/>
  <Override ContentType="application/vnd.openxmlformats-officedocument.presentationml.slide+xml" PartName="/ppt/slides/slide164.xml"/>
  <Override ContentType="application/vnd.openxmlformats-officedocument.presentationml.slide+xml" PartName="/ppt/slides/slide253.xml"/>
  <Override ContentType="application/vnd.openxmlformats-officedocument.presentationml.slide+xml" PartName="/ppt/slides/slide43.xml"/>
  <Override ContentType="application/vnd.openxmlformats-officedocument.presentationml.slide+xml" PartName="/ppt/slides/slide199.xml"/>
  <Override ContentType="application/vnd.openxmlformats-officedocument.presentationml.slide+xml" PartName="/ppt/slides/slide210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202.xml"/>
  <Override ContentType="application/vnd.openxmlformats-officedocument.presentationml.slide+xml" PartName="/ppt/slides/slide334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326.xml"/>
  <Override ContentType="application/vnd.openxmlformats-officedocument.presentationml.slide+xml" PartName="/ppt/slides/slide5.xml"/>
  <Override ContentType="application/vnd.openxmlformats-officedocument.presentationml.slide+xml" PartName="/ppt/slides/slide237.xml"/>
  <Override ContentType="application/vnd.openxmlformats-officedocument.presentationml.slide+xml" PartName="/ppt/slides/slide261.xml"/>
  <Override ContentType="application/vnd.openxmlformats-officedocument.presentationml.slide+xml" PartName="/ppt/slides/slide51.xml"/>
  <Override ContentType="application/vnd.openxmlformats-officedocument.presentationml.slide+xml" PartName="/ppt/slides/slide245.xml"/>
  <Override ContentType="application/vnd.openxmlformats-officedocument.presentationml.slide+xml" PartName="/ppt/slides/slide113.xml"/>
  <Override ContentType="application/vnd.openxmlformats-officedocument.presentationml.slide+xml" PartName="/ppt/slides/slide28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217.xml"/>
  <Override ContentType="application/vnd.openxmlformats-officedocument.presentationml.slide+xml" PartName="/ppt/slides/slide281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276.xml"/>
  <Override ContentType="application/vnd.openxmlformats-officedocument.presentationml.slide+xml" PartName="/ppt/slides/slide233.xml"/>
  <Override ContentType="application/vnd.openxmlformats-officedocument.presentationml.slide+xml" PartName="/ppt/slides/slide66.xml"/>
  <Override ContentType="application/vnd.openxmlformats-officedocument.presentationml.slide+xml" PartName="/ppt/slides/slide265.xml"/>
  <Override ContentType="application/vnd.openxmlformats-officedocument.presentationml.slide+xml" PartName="/ppt/slides/slide23.xml"/>
  <Override ContentType="application/vnd.openxmlformats-officedocument.presentationml.slide+xml" PartName="/ppt/slides/slide229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314.xml"/>
  <Override ContentType="application/vnd.openxmlformats-officedocument.presentationml.slide+xml" PartName="/ppt/slides/slide338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57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214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206.xml"/>
  <Override ContentType="application/vnd.openxmlformats-officedocument.presentationml.slide+xml" PartName="/ppt/slides/slide55.xml"/>
  <Override ContentType="application/vnd.openxmlformats-officedocument.presentationml.slide+xml" PartName="/ppt/slides/slide249.xml"/>
  <Override ContentType="application/vnd.openxmlformats-officedocument.presentationml.slide+xml" PartName="/ppt/slides/slide195.xml"/>
  <Override ContentType="application/vnd.openxmlformats-officedocument.presentationml.slide+xml" PartName="/ppt/slides/slide306.xml"/>
  <Override ContentType="application/vnd.openxmlformats-officedocument.presentationml.slide+xml" PartName="/ppt/slides/slide272.xml"/>
  <Override ContentType="application/vnd.openxmlformats-officedocument.presentationml.slide+xml" PartName="/ppt/slides/slide59.xml"/>
  <Override ContentType="application/vnd.openxmlformats-officedocument.presentationml.slide+xml" PartName="/ppt/slides/slide285.xml"/>
  <Override ContentType="application/vnd.openxmlformats-officedocument.presentationml.slide+xml" PartName="/ppt/slides/slide89.xml"/>
  <Override ContentType="application/vnd.openxmlformats-officedocument.presentationml.slide+xml" PartName="/ppt/slides/slide323.xml"/>
  <Override ContentType="application/vnd.openxmlformats-officedocument.presentationml.slide+xml" PartName="/ppt/slides/slide242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68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225.xml"/>
  <Override ContentType="application/vnd.openxmlformats-officedocument.presentationml.slide+xml" PartName="/ppt/slides/slide310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333.xml"/>
  <Override ContentType="application/vnd.openxmlformats-officedocument.presentationml.slide+xml" PartName="/ppt/slides/slide201.xml"/>
  <Override ContentType="application/vnd.openxmlformats-officedocument.presentationml.slide+xml" PartName="/ppt/slides/slide309.xml"/>
  <Override ContentType="application/vnd.openxmlformats-officedocument.presentationml.slide+xml" PartName="/ppt/slides/slide244.xml"/>
  <Override ContentType="application/vnd.openxmlformats-officedocument.presentationml.slide+xml" PartName="/ppt/slides/slide52.xml"/>
  <Override ContentType="application/vnd.openxmlformats-officedocument.presentationml.slide+xml" PartName="/ppt/slides/slide287.xml"/>
  <Override ContentType="application/vnd.openxmlformats-officedocument.presentationml.slide+xml" PartName="/ppt/slides/slide270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211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297.xml"/>
  <Override ContentType="application/vnd.openxmlformats-officedocument.presentationml.slide+xml" PartName="/ppt/slides/slide34.xml"/>
  <Override ContentType="application/vnd.openxmlformats-officedocument.presentationml.slide+xml" PartName="/ppt/slides/slide25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279.xml"/>
  <Override ContentType="application/vnd.openxmlformats-officedocument.presentationml.slide+xml" PartName="/ppt/slides/slide23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293.xml"/>
  <Override ContentType="application/vnd.openxmlformats-officedocument.presentationml.slide+xml" PartName="/ppt/slides/slide250.xml"/>
  <Override ContentType="application/vnd.openxmlformats-officedocument.presentationml.slide+xml" PartName="/ppt/slides/slide153.xml"/>
  <Override ContentType="application/vnd.openxmlformats-officedocument.presentationml.slide+xml" PartName="/ppt/slides/slide248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300.xml"/>
  <Override ContentType="application/vnd.openxmlformats-officedocument.presentationml.slide+xml" PartName="/ppt/slides/slide315.xml"/>
  <Override ContentType="application/vnd.openxmlformats-officedocument.presentationml.slide+xml" PartName="/ppt/slides/slide171.xml"/>
  <Override ContentType="application/vnd.openxmlformats-officedocument.presentationml.slide+xml" PartName="/ppt/slides/slide259.xml"/>
  <Override ContentType="application/vnd.openxmlformats-officedocument.presentationml.slide+xml" PartName="/ppt/slides/slide282.xml"/>
  <Override ContentType="application/vnd.openxmlformats-officedocument.presentationml.slide+xml" PartName="/ppt/slides/slide49.xml"/>
  <Override ContentType="application/vnd.openxmlformats-officedocument.presentationml.slide+xml" PartName="/ppt/slides/slide216.xml"/>
  <Override ContentType="application/vnd.openxmlformats-officedocument.presentationml.slide+xml" PartName="/ppt/slides/slide327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264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221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258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215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311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222.xml"/>
  <Override ContentType="application/vnd.openxmlformats-officedocument.presentationml.slide+xml" PartName="/ppt/slides/slide337.xml"/>
  <Override ContentType="application/vnd.openxmlformats-officedocument.presentationml.slide+xml" PartName="/ppt/slides/slide205.xml"/>
  <Override ContentType="application/vnd.openxmlformats-officedocument.presentationml.slide+xml" PartName="/ppt/slides/slide292.xml"/>
  <Override ContentType="application/vnd.openxmlformats-officedocument.presentationml.slide+xml" PartName="/ppt/slides/slide160.xml"/>
  <Override ContentType="application/vnd.openxmlformats-officedocument.presentationml.slide+xml" PartName="/ppt/slides/slide232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275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269.xml"/>
  <Override ContentType="application/vnd.openxmlformats-officedocument.presentationml.slide+xml" PartName="/ppt/slides/slide322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26.xml"/>
  <Override ContentType="application/vnd.openxmlformats-officedocument.presentationml.slide+xml" PartName="/ppt/slides/slide28.xml"/>
  <Override ContentType="application/vnd.openxmlformats-officedocument.presentationml.slide+xml" PartName="/ppt/slides/slide209.xml"/>
  <Override ContentType="application/vnd.openxmlformats-officedocument.presentationml.slide+xml" PartName="/ppt/slides/slide305.xml"/>
  <Override ContentType="application/vnd.openxmlformats-officedocument.presentationml.slide+xml" PartName="/ppt/slides/slide200.xml"/>
  <Override ContentType="application/vnd.openxmlformats-officedocument.presentationml.slide+xml" PartName="/ppt/slides/slide243.xml"/>
  <Override ContentType="application/vnd.openxmlformats-officedocument.presentationml.slide+xml" PartName="/ppt/slides/slide88.xml"/>
  <Override ContentType="application/vnd.openxmlformats-officedocument.presentationml.slide+xml" PartName="/ppt/slides/slide286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260.xml"/>
  <Override ContentType="application/vnd.openxmlformats-officedocument.presentationml.slide+xml" PartName="/ppt/slides/slide308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71.xml"/>
  <Override ContentType="application/vnd.openxmlformats-officedocument.presentationml.slide+xml" PartName="/ppt/slides/slide324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227.xml"/>
  <Override ContentType="application/vnd.openxmlformats-officedocument.presentationml.slide+xml" PartName="/ppt/slides/slide33.xml"/>
  <Override ContentType="application/vnd.openxmlformats-officedocument.presentationml.slide+xml" PartName="/ppt/slides/slide219.xml"/>
  <Override ContentType="application/vnd.openxmlformats-officedocument.presentationml.slide+xml" PartName="/ppt/slides/slide316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204.xml"/>
  <Override ContentType="application/vnd.openxmlformats-officedocument.presentationml.slide+xml" PartName="/ppt/slides/slide247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294.xml"/>
  <Override ContentType="application/vnd.openxmlformats-officedocument.presentationml.slide+xml" PartName="/ppt/slides/slide220.xml"/>
  <Override ContentType="application/vnd.openxmlformats-officedocument.presentationml.slide+xml" PartName="/ppt/slides/slide263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328.xml"/>
  <Override ContentType="application/vnd.openxmlformats-officedocument.presentationml.slide+xml" PartName="/ppt/slides/slide7.xml"/>
  <Override ContentType="application/vnd.openxmlformats-officedocument.presentationml.slide+xml" PartName="/ppt/slides/slide235.xml"/>
  <Override ContentType="application/vnd.openxmlformats-officedocument.presentationml.slide+xml" PartName="/ppt/slides/slide278.xml"/>
  <Override ContentType="application/vnd.openxmlformats-officedocument.presentationml.slide+xml" PartName="/ppt/slides/slide332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25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301.xml"/>
  <Override ContentType="application/vnd.openxmlformats-officedocument.presentationml.slide+xml" PartName="/ppt/slides/slide48.xml"/>
  <Override ContentType="application/vnd.openxmlformats-officedocument.presentationml.slide+xml" PartName="/ppt/slides/slide223.xml"/>
  <Override ContentType="application/vnd.openxmlformats-officedocument.presentationml.slide+xml" PartName="/ppt/slides/slide266.xml"/>
  <Override ContentType="application/vnd.openxmlformats-officedocument.presentationml.slide+xml" PartName="/ppt/slides/slide283.xml"/>
  <Override ContentType="application/vnd.openxmlformats-officedocument.presentationml.slide+xml" PartName="/ppt/slides/slide291.xml"/>
  <Override ContentType="application/vnd.openxmlformats-officedocument.presentationml.slide+xml" PartName="/ppt/slides/slide312.xml"/>
  <Override ContentType="application/vnd.openxmlformats-officedocument.presentationml.slide+xml" PartName="/ppt/slides/slide240.xml"/>
  <Override ContentType="application/vnd.openxmlformats-officedocument.presentationml.slide+xml" PartName="/ppt/slides/slide22.xml"/>
  <Override ContentType="application/vnd.openxmlformats-officedocument.presentationml.slide+xml" PartName="/ppt/slides/slide304.xml"/>
  <Override ContentType="application/vnd.openxmlformats-officedocument.presentationml.slide+xml" PartName="/ppt/slides/slide185.xml"/>
  <Override ContentType="application/vnd.openxmlformats-officedocument.presentationml.slide+xml" PartName="/ppt/slides/slide231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274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321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319.xml"/>
  <Override ContentType="application/vnd.openxmlformats-officedocument.presentationml.slide+xml" PartName="/ppt/slides/slide212.xml"/>
  <Override ContentType="application/vnd.openxmlformats-officedocument.presentationml.slide+xml" PartName="/ppt/slides/slide336.xml"/>
  <Override ContentType="application/vnd.openxmlformats-officedocument.presentationml.slide+xml" PartName="/ppt/slides/slide255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29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238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208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228.xml"/>
  <Override ContentType="application/vnd.openxmlformats-officedocument.presentationml.slide+xml" PartName="/ppt/slides/slide139.xml"/>
  <Override ContentType="application/vnd.openxmlformats-officedocument.presentationml.slide+xml" PartName="/ppt/slides/slide325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317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218.xml"/>
  <Override ContentType="application/vnd.openxmlformats-officedocument.presentationml.slide+xml" PartName="/ppt/slides/slide307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262.xml"/>
  <Override ContentType="application/vnd.openxmlformats-officedocument.presentationml.slide+xml" PartName="/ppt/slides/slide97.xml"/>
  <Override ContentType="application/vnd.openxmlformats-officedocument.presentationml.slide+xml" PartName="/ppt/slides/slide331.xml"/>
  <Override ContentType="application/vnd.openxmlformats-officedocument.presentationml.slide+xml" PartName="/ppt/slides/slide140.xml"/>
  <Override ContentType="application/vnd.openxmlformats-officedocument.presentationml.slide+xml" PartName="/ppt/slides/slide277.xml"/>
  <Override ContentType="application/vnd.openxmlformats-officedocument.presentationml.slide+xml" PartName="/ppt/slides/slide11.xml"/>
  <Override ContentType="application/vnd.openxmlformats-officedocument.presentationml.slide+xml" PartName="/ppt/slides/slide280.xml"/>
  <Override ContentType="application/vnd.openxmlformats-officedocument.presentationml.slide+xml" PartName="/ppt/slides/slide302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289.xml"/>
  <Override ContentType="application/vnd.openxmlformats-officedocument.presentationml.slide+xml" PartName="/ppt/slides/slide36.xml"/>
  <Override ContentType="application/vnd.openxmlformats-officedocument.presentationml.slide+xml" PartName="/ppt/slides/slide313.xml"/>
  <Override ContentType="application/vnd.openxmlformats-officedocument.presentationml.slide+xml" PartName="/ppt/slides/slide79.xml"/>
  <Override ContentType="application/vnd.openxmlformats-officedocument.presentationml.slide+xml" PartName="/ppt/slides/slide246.xml"/>
  <Override ContentType="application/vnd.openxmlformats-officedocument.presentationml.slide+xml" PartName="/ppt/slides/slide149.xml"/>
  <Override ContentType="application/vnd.openxmlformats-officedocument.presentationml.slide+xml" PartName="/ppt/slides/slide203.xml"/>
  <Override ContentType="application/vnd.openxmlformats-officedocument.presentationml.slide+xml" PartName="/ppt/slides/slide252.xml"/>
  <Override ContentType="application/vnd.openxmlformats-officedocument.presentationml.slide+xml" PartName="/ppt/slides/slide295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234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320.xml"/>
  <Override ContentType="application/vnd.openxmlformats-officedocument.presentationml.slide+xml" PartName="/ppt/slides/slide207.xml"/>
  <Override ContentType="application/vnd.openxmlformats-officedocument.presentationml.slide+xml" PartName="/ppt/slides/slide339.xml"/>
  <Override ContentType="application/vnd.openxmlformats-officedocument.presentationml.slide+xml" PartName="/ppt/slides/slide224.xml"/>
  <Override ContentType="application/vnd.openxmlformats-officedocument.presentationml.slide+xml" PartName="/ppt/slides/slide284.xml"/>
  <Override ContentType="application/vnd.openxmlformats-officedocument.presentationml.slide+xml" PartName="/ppt/slides/slide330.xml"/>
  <Override ContentType="application/vnd.openxmlformats-officedocument.presentationml.slide+xml" PartName="/ppt/slides/slide47.xml"/>
  <Override ContentType="application/vnd.openxmlformats-officedocument.presentationml.slide+xml" PartName="/ppt/slides/slide267.xml"/>
  <Override ContentType="application/vnd.openxmlformats-officedocument.presentationml.slide+xml" PartName="/ppt/slides/slide241.xml"/>
  <Override ContentType="application/vnd.openxmlformats-officedocument.presentationml.slide+xml" PartName="/ppt/slides/slide21.xml"/>
  <Override ContentType="application/vnd.openxmlformats-officedocument.presentationml.slide+xml" PartName="/ppt/slides/slide303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9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213.xml"/>
  <Override ContentType="application/vnd.openxmlformats-officedocument.presentationml.slide+xml" PartName="/ppt/slides/slide58.xml"/>
  <Override ContentType="application/vnd.openxmlformats-officedocument.presentationml.slide+xml" PartName="/ppt/slides/slide239.xml"/>
  <Override ContentType="application/vnd.openxmlformats-officedocument.presentationml.slide+xml" PartName="/ppt/slides/slide15.xml"/>
  <Override ContentType="application/vnd.openxmlformats-officedocument.presentationml.slide+xml" PartName="/ppt/slides/slide318.xml"/>
  <Override ContentType="application/vnd.openxmlformats-officedocument.presentationml.slide+xml" PartName="/ppt/slides/slide230.xml"/>
  <Override ContentType="application/vnd.openxmlformats-officedocument.presentationml.slide+xml" PartName="/ppt/slides/slide290.xml"/>
  <Override ContentType="application/vnd.openxmlformats-officedocument.presentationml.slide+xml" PartName="/ppt/slides/slide335.xml"/>
  <Override ContentType="application/vnd.openxmlformats-officedocument.presentationml.slide+xml" PartName="/ppt/slides/slide256.xml"/>
  <Override ContentType="application/vnd.openxmlformats-officedocument.presentationml.slide+xml" PartName="/ppt/slides/slide299.xml"/>
  <Override ContentType="application/vnd.openxmlformats-officedocument.presentationml.slide+xml" PartName="/ppt/slides/slide128.xml"/>
  <Override ContentType="application/vnd.openxmlformats-officedocument.presentationml.slide+xml" PartName="/ppt/slides/slide273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  <p:sldId id="448" r:id="rId198"/>
    <p:sldId id="449" r:id="rId199"/>
    <p:sldId id="450" r:id="rId200"/>
    <p:sldId id="451" r:id="rId201"/>
    <p:sldId id="452" r:id="rId202"/>
    <p:sldId id="453" r:id="rId203"/>
    <p:sldId id="454" r:id="rId204"/>
    <p:sldId id="455" r:id="rId205"/>
    <p:sldId id="456" r:id="rId206"/>
    <p:sldId id="457" r:id="rId207"/>
    <p:sldId id="458" r:id="rId208"/>
    <p:sldId id="459" r:id="rId209"/>
    <p:sldId id="460" r:id="rId210"/>
    <p:sldId id="461" r:id="rId211"/>
    <p:sldId id="462" r:id="rId212"/>
    <p:sldId id="463" r:id="rId213"/>
    <p:sldId id="464" r:id="rId214"/>
    <p:sldId id="465" r:id="rId215"/>
    <p:sldId id="466" r:id="rId216"/>
    <p:sldId id="467" r:id="rId217"/>
    <p:sldId id="468" r:id="rId218"/>
    <p:sldId id="469" r:id="rId219"/>
    <p:sldId id="470" r:id="rId220"/>
    <p:sldId id="471" r:id="rId221"/>
    <p:sldId id="472" r:id="rId222"/>
    <p:sldId id="473" r:id="rId223"/>
    <p:sldId id="474" r:id="rId224"/>
    <p:sldId id="475" r:id="rId225"/>
    <p:sldId id="476" r:id="rId226"/>
    <p:sldId id="477" r:id="rId227"/>
    <p:sldId id="478" r:id="rId228"/>
    <p:sldId id="479" r:id="rId229"/>
    <p:sldId id="480" r:id="rId230"/>
    <p:sldId id="481" r:id="rId231"/>
    <p:sldId id="482" r:id="rId232"/>
    <p:sldId id="483" r:id="rId233"/>
    <p:sldId id="484" r:id="rId234"/>
    <p:sldId id="485" r:id="rId235"/>
    <p:sldId id="486" r:id="rId236"/>
    <p:sldId id="487" r:id="rId237"/>
    <p:sldId id="488" r:id="rId238"/>
    <p:sldId id="489" r:id="rId239"/>
    <p:sldId id="490" r:id="rId240"/>
    <p:sldId id="491" r:id="rId241"/>
    <p:sldId id="492" r:id="rId242"/>
    <p:sldId id="493" r:id="rId243"/>
    <p:sldId id="494" r:id="rId244"/>
    <p:sldId id="495" r:id="rId245"/>
    <p:sldId id="496" r:id="rId246"/>
    <p:sldId id="497" r:id="rId247"/>
    <p:sldId id="498" r:id="rId248"/>
    <p:sldId id="499" r:id="rId249"/>
    <p:sldId id="500" r:id="rId250"/>
    <p:sldId id="501" r:id="rId251"/>
    <p:sldId id="502" r:id="rId252"/>
    <p:sldId id="503" r:id="rId253"/>
    <p:sldId id="504" r:id="rId254"/>
    <p:sldId id="505" r:id="rId255"/>
    <p:sldId id="506" r:id="rId256"/>
    <p:sldId id="507" r:id="rId257"/>
    <p:sldId id="508" r:id="rId258"/>
    <p:sldId id="509" r:id="rId259"/>
    <p:sldId id="510" r:id="rId260"/>
    <p:sldId id="511" r:id="rId261"/>
    <p:sldId id="512" r:id="rId262"/>
    <p:sldId id="513" r:id="rId263"/>
    <p:sldId id="514" r:id="rId264"/>
    <p:sldId id="515" r:id="rId265"/>
    <p:sldId id="516" r:id="rId266"/>
    <p:sldId id="517" r:id="rId267"/>
    <p:sldId id="518" r:id="rId268"/>
    <p:sldId id="519" r:id="rId269"/>
    <p:sldId id="520" r:id="rId270"/>
    <p:sldId id="521" r:id="rId271"/>
    <p:sldId id="522" r:id="rId272"/>
    <p:sldId id="523" r:id="rId273"/>
    <p:sldId id="524" r:id="rId274"/>
    <p:sldId id="525" r:id="rId275"/>
    <p:sldId id="526" r:id="rId276"/>
    <p:sldId id="527" r:id="rId277"/>
    <p:sldId id="528" r:id="rId278"/>
    <p:sldId id="529" r:id="rId279"/>
    <p:sldId id="530" r:id="rId280"/>
    <p:sldId id="531" r:id="rId281"/>
    <p:sldId id="532" r:id="rId282"/>
    <p:sldId id="533" r:id="rId283"/>
    <p:sldId id="534" r:id="rId284"/>
    <p:sldId id="535" r:id="rId285"/>
    <p:sldId id="536" r:id="rId286"/>
    <p:sldId id="537" r:id="rId287"/>
    <p:sldId id="538" r:id="rId288"/>
    <p:sldId id="539" r:id="rId289"/>
    <p:sldId id="540" r:id="rId290"/>
    <p:sldId id="541" r:id="rId291"/>
    <p:sldId id="542" r:id="rId292"/>
    <p:sldId id="543" r:id="rId293"/>
    <p:sldId id="544" r:id="rId294"/>
    <p:sldId id="545" r:id="rId295"/>
    <p:sldId id="546" r:id="rId296"/>
    <p:sldId id="547" r:id="rId297"/>
    <p:sldId id="548" r:id="rId298"/>
    <p:sldId id="549" r:id="rId299"/>
    <p:sldId id="550" r:id="rId300"/>
    <p:sldId id="551" r:id="rId301"/>
    <p:sldId id="552" r:id="rId302"/>
    <p:sldId id="553" r:id="rId303"/>
    <p:sldId id="554" r:id="rId304"/>
    <p:sldId id="555" r:id="rId305"/>
    <p:sldId id="556" r:id="rId306"/>
    <p:sldId id="557" r:id="rId307"/>
    <p:sldId id="558" r:id="rId308"/>
    <p:sldId id="559" r:id="rId309"/>
    <p:sldId id="560" r:id="rId310"/>
    <p:sldId id="561" r:id="rId311"/>
    <p:sldId id="562" r:id="rId312"/>
    <p:sldId id="563" r:id="rId313"/>
    <p:sldId id="564" r:id="rId314"/>
    <p:sldId id="565" r:id="rId315"/>
    <p:sldId id="566" r:id="rId316"/>
    <p:sldId id="567" r:id="rId317"/>
    <p:sldId id="568" r:id="rId318"/>
    <p:sldId id="569" r:id="rId319"/>
    <p:sldId id="570" r:id="rId320"/>
    <p:sldId id="571" r:id="rId321"/>
    <p:sldId id="572" r:id="rId322"/>
    <p:sldId id="573" r:id="rId323"/>
    <p:sldId id="574" r:id="rId324"/>
    <p:sldId id="575" r:id="rId325"/>
    <p:sldId id="576" r:id="rId326"/>
    <p:sldId id="577" r:id="rId327"/>
    <p:sldId id="578" r:id="rId328"/>
    <p:sldId id="579" r:id="rId329"/>
    <p:sldId id="580" r:id="rId330"/>
    <p:sldId id="581" r:id="rId331"/>
    <p:sldId id="582" r:id="rId332"/>
    <p:sldId id="583" r:id="rId333"/>
    <p:sldId id="584" r:id="rId334"/>
    <p:sldId id="585" r:id="rId335"/>
    <p:sldId id="586" r:id="rId336"/>
    <p:sldId id="587" r:id="rId337"/>
    <p:sldId id="588" r:id="rId338"/>
    <p:sldId id="589" r:id="rId339"/>
    <p:sldId id="590" r:id="rId340"/>
    <p:sldId id="591" r:id="rId341"/>
    <p:sldId id="592" r:id="rId342"/>
    <p:sldId id="593" r:id="rId343"/>
    <p:sldId id="594" r:id="rId3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45" roundtripDataSignature="AMtx7mjODJ6iZNFXD8BYalmMiPux2p4B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190" Type="http://schemas.openxmlformats.org/officeDocument/2006/relationships/slide" Target="slides/slide18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194" Type="http://schemas.openxmlformats.org/officeDocument/2006/relationships/slide" Target="slides/slide189.xml"/><Relationship Id="rId43" Type="http://schemas.openxmlformats.org/officeDocument/2006/relationships/slide" Target="slides/slide38.xml"/><Relationship Id="rId193" Type="http://schemas.openxmlformats.org/officeDocument/2006/relationships/slide" Target="slides/slide188.xml"/><Relationship Id="rId46" Type="http://schemas.openxmlformats.org/officeDocument/2006/relationships/slide" Target="slides/slide41.xml"/><Relationship Id="rId192" Type="http://schemas.openxmlformats.org/officeDocument/2006/relationships/slide" Target="slides/slide187.xml"/><Relationship Id="rId45" Type="http://schemas.openxmlformats.org/officeDocument/2006/relationships/slide" Target="slides/slide40.xml"/><Relationship Id="rId191" Type="http://schemas.openxmlformats.org/officeDocument/2006/relationships/slide" Target="slides/slide186.xml"/><Relationship Id="rId48" Type="http://schemas.openxmlformats.org/officeDocument/2006/relationships/slide" Target="slides/slide43.xml"/><Relationship Id="rId187" Type="http://schemas.openxmlformats.org/officeDocument/2006/relationships/slide" Target="slides/slide182.xml"/><Relationship Id="rId47" Type="http://schemas.openxmlformats.org/officeDocument/2006/relationships/slide" Target="slides/slide42.xml"/><Relationship Id="rId186" Type="http://schemas.openxmlformats.org/officeDocument/2006/relationships/slide" Target="slides/slide181.xml"/><Relationship Id="rId185" Type="http://schemas.openxmlformats.org/officeDocument/2006/relationships/slide" Target="slides/slide180.xml"/><Relationship Id="rId49" Type="http://schemas.openxmlformats.org/officeDocument/2006/relationships/slide" Target="slides/slide44.xml"/><Relationship Id="rId184" Type="http://schemas.openxmlformats.org/officeDocument/2006/relationships/slide" Target="slides/slide179.xml"/><Relationship Id="rId189" Type="http://schemas.openxmlformats.org/officeDocument/2006/relationships/slide" Target="slides/slide184.xml"/><Relationship Id="rId188" Type="http://schemas.openxmlformats.org/officeDocument/2006/relationships/slide" Target="slides/slide18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183" Type="http://schemas.openxmlformats.org/officeDocument/2006/relationships/slide" Target="slides/slide178.xml"/><Relationship Id="rId32" Type="http://schemas.openxmlformats.org/officeDocument/2006/relationships/slide" Target="slides/slide27.xml"/><Relationship Id="rId182" Type="http://schemas.openxmlformats.org/officeDocument/2006/relationships/slide" Target="slides/slide177.xml"/><Relationship Id="rId35" Type="http://schemas.openxmlformats.org/officeDocument/2006/relationships/slide" Target="slides/slide30.xml"/><Relationship Id="rId181" Type="http://schemas.openxmlformats.org/officeDocument/2006/relationships/slide" Target="slides/slide176.xml"/><Relationship Id="rId34" Type="http://schemas.openxmlformats.org/officeDocument/2006/relationships/slide" Target="slides/slide29.xml"/><Relationship Id="rId180" Type="http://schemas.openxmlformats.org/officeDocument/2006/relationships/slide" Target="slides/slide175.xml"/><Relationship Id="rId37" Type="http://schemas.openxmlformats.org/officeDocument/2006/relationships/slide" Target="slides/slide32.xml"/><Relationship Id="rId176" Type="http://schemas.openxmlformats.org/officeDocument/2006/relationships/slide" Target="slides/slide171.xml"/><Relationship Id="rId297" Type="http://schemas.openxmlformats.org/officeDocument/2006/relationships/slide" Target="slides/slide292.xml"/><Relationship Id="rId36" Type="http://schemas.openxmlformats.org/officeDocument/2006/relationships/slide" Target="slides/slide31.xml"/><Relationship Id="rId175" Type="http://schemas.openxmlformats.org/officeDocument/2006/relationships/slide" Target="slides/slide170.xml"/><Relationship Id="rId296" Type="http://schemas.openxmlformats.org/officeDocument/2006/relationships/slide" Target="slides/slide291.xml"/><Relationship Id="rId39" Type="http://schemas.openxmlformats.org/officeDocument/2006/relationships/slide" Target="slides/slide34.xml"/><Relationship Id="rId174" Type="http://schemas.openxmlformats.org/officeDocument/2006/relationships/slide" Target="slides/slide169.xml"/><Relationship Id="rId295" Type="http://schemas.openxmlformats.org/officeDocument/2006/relationships/slide" Target="slides/slide290.xml"/><Relationship Id="rId38" Type="http://schemas.openxmlformats.org/officeDocument/2006/relationships/slide" Target="slides/slide33.xml"/><Relationship Id="rId173" Type="http://schemas.openxmlformats.org/officeDocument/2006/relationships/slide" Target="slides/slide168.xml"/><Relationship Id="rId294" Type="http://schemas.openxmlformats.org/officeDocument/2006/relationships/slide" Target="slides/slide289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299" Type="http://schemas.openxmlformats.org/officeDocument/2006/relationships/slide" Target="slides/slide294.xml"/><Relationship Id="rId177" Type="http://schemas.openxmlformats.org/officeDocument/2006/relationships/slide" Target="slides/slide172.xml"/><Relationship Id="rId298" Type="http://schemas.openxmlformats.org/officeDocument/2006/relationships/slide" Target="slides/slide29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98" Type="http://schemas.openxmlformats.org/officeDocument/2006/relationships/slide" Target="slides/slide193.xml"/><Relationship Id="rId14" Type="http://schemas.openxmlformats.org/officeDocument/2006/relationships/slide" Target="slides/slide9.xml"/><Relationship Id="rId197" Type="http://schemas.openxmlformats.org/officeDocument/2006/relationships/slide" Target="slides/slide192.xml"/><Relationship Id="rId17" Type="http://schemas.openxmlformats.org/officeDocument/2006/relationships/slide" Target="slides/slide12.xml"/><Relationship Id="rId196" Type="http://schemas.openxmlformats.org/officeDocument/2006/relationships/slide" Target="slides/slide191.xml"/><Relationship Id="rId16" Type="http://schemas.openxmlformats.org/officeDocument/2006/relationships/slide" Target="slides/slide11.xml"/><Relationship Id="rId195" Type="http://schemas.openxmlformats.org/officeDocument/2006/relationships/slide" Target="slides/slide190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99" Type="http://schemas.openxmlformats.org/officeDocument/2006/relationships/slide" Target="slides/slide194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271" Type="http://schemas.openxmlformats.org/officeDocument/2006/relationships/slide" Target="slides/slide266.xml"/><Relationship Id="rId87" Type="http://schemas.openxmlformats.org/officeDocument/2006/relationships/slide" Target="slides/slide82.xml"/><Relationship Id="rId270" Type="http://schemas.openxmlformats.org/officeDocument/2006/relationships/slide" Target="slides/slide265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269" Type="http://schemas.openxmlformats.org/officeDocument/2006/relationships/slide" Target="slides/slide264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264" Type="http://schemas.openxmlformats.org/officeDocument/2006/relationships/slide" Target="slides/slide259.xml"/><Relationship Id="rId142" Type="http://schemas.openxmlformats.org/officeDocument/2006/relationships/slide" Target="slides/slide137.xml"/><Relationship Id="rId263" Type="http://schemas.openxmlformats.org/officeDocument/2006/relationships/slide" Target="slides/slide258.xml"/><Relationship Id="rId141" Type="http://schemas.openxmlformats.org/officeDocument/2006/relationships/slide" Target="slides/slide136.xml"/><Relationship Id="rId262" Type="http://schemas.openxmlformats.org/officeDocument/2006/relationships/slide" Target="slides/slide257.xml"/><Relationship Id="rId140" Type="http://schemas.openxmlformats.org/officeDocument/2006/relationships/slide" Target="slides/slide135.xml"/><Relationship Id="rId261" Type="http://schemas.openxmlformats.org/officeDocument/2006/relationships/slide" Target="slides/slide256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268" Type="http://schemas.openxmlformats.org/officeDocument/2006/relationships/slide" Target="slides/slide263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267" Type="http://schemas.openxmlformats.org/officeDocument/2006/relationships/slide" Target="slides/slide262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266" Type="http://schemas.openxmlformats.org/officeDocument/2006/relationships/slide" Target="slides/slide261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265" Type="http://schemas.openxmlformats.org/officeDocument/2006/relationships/slide" Target="slides/slide260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260" Type="http://schemas.openxmlformats.org/officeDocument/2006/relationships/slide" Target="slides/slide255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259" Type="http://schemas.openxmlformats.org/officeDocument/2006/relationships/slide" Target="slides/slide254.xml"/><Relationship Id="rId137" Type="http://schemas.openxmlformats.org/officeDocument/2006/relationships/slide" Target="slides/slide132.xml"/><Relationship Id="rId258" Type="http://schemas.openxmlformats.org/officeDocument/2006/relationships/slide" Target="slides/slide253.xml"/><Relationship Id="rId132" Type="http://schemas.openxmlformats.org/officeDocument/2006/relationships/slide" Target="slides/slide127.xml"/><Relationship Id="rId253" Type="http://schemas.openxmlformats.org/officeDocument/2006/relationships/slide" Target="slides/slide248.xml"/><Relationship Id="rId131" Type="http://schemas.openxmlformats.org/officeDocument/2006/relationships/slide" Target="slides/slide126.xml"/><Relationship Id="rId252" Type="http://schemas.openxmlformats.org/officeDocument/2006/relationships/slide" Target="slides/slide247.xml"/><Relationship Id="rId130" Type="http://schemas.openxmlformats.org/officeDocument/2006/relationships/slide" Target="slides/slide125.xml"/><Relationship Id="rId251" Type="http://schemas.openxmlformats.org/officeDocument/2006/relationships/slide" Target="slides/slide246.xml"/><Relationship Id="rId250" Type="http://schemas.openxmlformats.org/officeDocument/2006/relationships/slide" Target="slides/slide245.xml"/><Relationship Id="rId136" Type="http://schemas.openxmlformats.org/officeDocument/2006/relationships/slide" Target="slides/slide131.xml"/><Relationship Id="rId257" Type="http://schemas.openxmlformats.org/officeDocument/2006/relationships/slide" Target="slides/slide252.xml"/><Relationship Id="rId135" Type="http://schemas.openxmlformats.org/officeDocument/2006/relationships/slide" Target="slides/slide130.xml"/><Relationship Id="rId256" Type="http://schemas.openxmlformats.org/officeDocument/2006/relationships/slide" Target="slides/slide251.xml"/><Relationship Id="rId134" Type="http://schemas.openxmlformats.org/officeDocument/2006/relationships/slide" Target="slides/slide129.xml"/><Relationship Id="rId255" Type="http://schemas.openxmlformats.org/officeDocument/2006/relationships/slide" Target="slides/slide250.xml"/><Relationship Id="rId133" Type="http://schemas.openxmlformats.org/officeDocument/2006/relationships/slide" Target="slides/slide128.xml"/><Relationship Id="rId254" Type="http://schemas.openxmlformats.org/officeDocument/2006/relationships/slide" Target="slides/slide249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293" Type="http://schemas.openxmlformats.org/officeDocument/2006/relationships/slide" Target="slides/slide288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292" Type="http://schemas.openxmlformats.org/officeDocument/2006/relationships/slide" Target="slides/slide287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291" Type="http://schemas.openxmlformats.org/officeDocument/2006/relationships/slide" Target="slides/slide286.xml"/><Relationship Id="rId67" Type="http://schemas.openxmlformats.org/officeDocument/2006/relationships/slide" Target="slides/slide62.xml"/><Relationship Id="rId290" Type="http://schemas.openxmlformats.org/officeDocument/2006/relationships/slide" Target="slides/slide285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286" Type="http://schemas.openxmlformats.org/officeDocument/2006/relationships/slide" Target="slides/slide281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285" Type="http://schemas.openxmlformats.org/officeDocument/2006/relationships/slide" Target="slides/slide280.xml"/><Relationship Id="rId163" Type="http://schemas.openxmlformats.org/officeDocument/2006/relationships/slide" Target="slides/slide158.xml"/><Relationship Id="rId284" Type="http://schemas.openxmlformats.org/officeDocument/2006/relationships/slide" Target="slides/slide279.xml"/><Relationship Id="rId162" Type="http://schemas.openxmlformats.org/officeDocument/2006/relationships/slide" Target="slides/slide157.xml"/><Relationship Id="rId283" Type="http://schemas.openxmlformats.org/officeDocument/2006/relationships/slide" Target="slides/slide278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289" Type="http://schemas.openxmlformats.org/officeDocument/2006/relationships/slide" Target="slides/slide284.xml"/><Relationship Id="rId167" Type="http://schemas.openxmlformats.org/officeDocument/2006/relationships/slide" Target="slides/slide162.xml"/><Relationship Id="rId288" Type="http://schemas.openxmlformats.org/officeDocument/2006/relationships/slide" Target="slides/slide283.xml"/><Relationship Id="rId166" Type="http://schemas.openxmlformats.org/officeDocument/2006/relationships/slide" Target="slides/slide161.xml"/><Relationship Id="rId287" Type="http://schemas.openxmlformats.org/officeDocument/2006/relationships/slide" Target="slides/slide282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282" Type="http://schemas.openxmlformats.org/officeDocument/2006/relationships/slide" Target="slides/slide277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281" Type="http://schemas.openxmlformats.org/officeDocument/2006/relationships/slide" Target="slides/slide276.xml"/><Relationship Id="rId57" Type="http://schemas.openxmlformats.org/officeDocument/2006/relationships/slide" Target="slides/slide52.xml"/><Relationship Id="rId280" Type="http://schemas.openxmlformats.org/officeDocument/2006/relationships/slide" Target="slides/slide275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275" Type="http://schemas.openxmlformats.org/officeDocument/2006/relationships/slide" Target="slides/slide270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274" Type="http://schemas.openxmlformats.org/officeDocument/2006/relationships/slide" Target="slides/slide269.xml"/><Relationship Id="rId152" Type="http://schemas.openxmlformats.org/officeDocument/2006/relationships/slide" Target="slides/slide147.xml"/><Relationship Id="rId273" Type="http://schemas.openxmlformats.org/officeDocument/2006/relationships/slide" Target="slides/slide268.xml"/><Relationship Id="rId151" Type="http://schemas.openxmlformats.org/officeDocument/2006/relationships/slide" Target="slides/slide146.xml"/><Relationship Id="rId272" Type="http://schemas.openxmlformats.org/officeDocument/2006/relationships/slide" Target="slides/slide267.xml"/><Relationship Id="rId158" Type="http://schemas.openxmlformats.org/officeDocument/2006/relationships/slide" Target="slides/slide153.xml"/><Relationship Id="rId279" Type="http://schemas.openxmlformats.org/officeDocument/2006/relationships/slide" Target="slides/slide274.xml"/><Relationship Id="rId157" Type="http://schemas.openxmlformats.org/officeDocument/2006/relationships/slide" Target="slides/slide152.xml"/><Relationship Id="rId278" Type="http://schemas.openxmlformats.org/officeDocument/2006/relationships/slide" Target="slides/slide273.xml"/><Relationship Id="rId156" Type="http://schemas.openxmlformats.org/officeDocument/2006/relationships/slide" Target="slides/slide151.xml"/><Relationship Id="rId277" Type="http://schemas.openxmlformats.org/officeDocument/2006/relationships/slide" Target="slides/slide272.xml"/><Relationship Id="rId155" Type="http://schemas.openxmlformats.org/officeDocument/2006/relationships/slide" Target="slides/slide150.xml"/><Relationship Id="rId276" Type="http://schemas.openxmlformats.org/officeDocument/2006/relationships/slide" Target="slides/slide271.xml"/><Relationship Id="rId107" Type="http://schemas.openxmlformats.org/officeDocument/2006/relationships/slide" Target="slides/slide102.xml"/><Relationship Id="rId228" Type="http://schemas.openxmlformats.org/officeDocument/2006/relationships/slide" Target="slides/slide223.xml"/><Relationship Id="rId106" Type="http://schemas.openxmlformats.org/officeDocument/2006/relationships/slide" Target="slides/slide101.xml"/><Relationship Id="rId227" Type="http://schemas.openxmlformats.org/officeDocument/2006/relationships/slide" Target="slides/slide222.xml"/><Relationship Id="rId105" Type="http://schemas.openxmlformats.org/officeDocument/2006/relationships/slide" Target="slides/slide100.xml"/><Relationship Id="rId226" Type="http://schemas.openxmlformats.org/officeDocument/2006/relationships/slide" Target="slides/slide221.xml"/><Relationship Id="rId104" Type="http://schemas.openxmlformats.org/officeDocument/2006/relationships/slide" Target="slides/slide99.xml"/><Relationship Id="rId225" Type="http://schemas.openxmlformats.org/officeDocument/2006/relationships/slide" Target="slides/slide220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229" Type="http://schemas.openxmlformats.org/officeDocument/2006/relationships/slide" Target="slides/slide224.xml"/><Relationship Id="rId220" Type="http://schemas.openxmlformats.org/officeDocument/2006/relationships/slide" Target="slides/slide215.xml"/><Relationship Id="rId341" Type="http://schemas.openxmlformats.org/officeDocument/2006/relationships/slide" Target="slides/slide336.xml"/><Relationship Id="rId340" Type="http://schemas.openxmlformats.org/officeDocument/2006/relationships/slide" Target="slides/slide335.xml"/><Relationship Id="rId103" Type="http://schemas.openxmlformats.org/officeDocument/2006/relationships/slide" Target="slides/slide98.xml"/><Relationship Id="rId224" Type="http://schemas.openxmlformats.org/officeDocument/2006/relationships/slide" Target="slides/slide219.xml"/><Relationship Id="rId345" Type="http://customschemas.google.com/relationships/presentationmetadata" Target="metadata"/><Relationship Id="rId102" Type="http://schemas.openxmlformats.org/officeDocument/2006/relationships/slide" Target="slides/slide97.xml"/><Relationship Id="rId223" Type="http://schemas.openxmlformats.org/officeDocument/2006/relationships/slide" Target="slides/slide218.xml"/><Relationship Id="rId344" Type="http://schemas.openxmlformats.org/officeDocument/2006/relationships/slide" Target="slides/slide339.xml"/><Relationship Id="rId101" Type="http://schemas.openxmlformats.org/officeDocument/2006/relationships/slide" Target="slides/slide96.xml"/><Relationship Id="rId222" Type="http://schemas.openxmlformats.org/officeDocument/2006/relationships/slide" Target="slides/slide217.xml"/><Relationship Id="rId343" Type="http://schemas.openxmlformats.org/officeDocument/2006/relationships/slide" Target="slides/slide338.xml"/><Relationship Id="rId100" Type="http://schemas.openxmlformats.org/officeDocument/2006/relationships/slide" Target="slides/slide95.xml"/><Relationship Id="rId221" Type="http://schemas.openxmlformats.org/officeDocument/2006/relationships/slide" Target="slides/slide216.xml"/><Relationship Id="rId342" Type="http://schemas.openxmlformats.org/officeDocument/2006/relationships/slide" Target="slides/slide337.xml"/><Relationship Id="rId217" Type="http://schemas.openxmlformats.org/officeDocument/2006/relationships/slide" Target="slides/slide212.xml"/><Relationship Id="rId338" Type="http://schemas.openxmlformats.org/officeDocument/2006/relationships/slide" Target="slides/slide333.xml"/><Relationship Id="rId216" Type="http://schemas.openxmlformats.org/officeDocument/2006/relationships/slide" Target="slides/slide211.xml"/><Relationship Id="rId337" Type="http://schemas.openxmlformats.org/officeDocument/2006/relationships/slide" Target="slides/slide332.xml"/><Relationship Id="rId215" Type="http://schemas.openxmlformats.org/officeDocument/2006/relationships/slide" Target="slides/slide210.xml"/><Relationship Id="rId336" Type="http://schemas.openxmlformats.org/officeDocument/2006/relationships/slide" Target="slides/slide331.xml"/><Relationship Id="rId214" Type="http://schemas.openxmlformats.org/officeDocument/2006/relationships/slide" Target="slides/slide209.xml"/><Relationship Id="rId335" Type="http://schemas.openxmlformats.org/officeDocument/2006/relationships/slide" Target="slides/slide330.xml"/><Relationship Id="rId219" Type="http://schemas.openxmlformats.org/officeDocument/2006/relationships/slide" Target="slides/slide214.xml"/><Relationship Id="rId218" Type="http://schemas.openxmlformats.org/officeDocument/2006/relationships/slide" Target="slides/slide213.xml"/><Relationship Id="rId339" Type="http://schemas.openxmlformats.org/officeDocument/2006/relationships/slide" Target="slides/slide334.xml"/><Relationship Id="rId330" Type="http://schemas.openxmlformats.org/officeDocument/2006/relationships/slide" Target="slides/slide325.xml"/><Relationship Id="rId213" Type="http://schemas.openxmlformats.org/officeDocument/2006/relationships/slide" Target="slides/slide208.xml"/><Relationship Id="rId334" Type="http://schemas.openxmlformats.org/officeDocument/2006/relationships/slide" Target="slides/slide329.xml"/><Relationship Id="rId212" Type="http://schemas.openxmlformats.org/officeDocument/2006/relationships/slide" Target="slides/slide207.xml"/><Relationship Id="rId333" Type="http://schemas.openxmlformats.org/officeDocument/2006/relationships/slide" Target="slides/slide328.xml"/><Relationship Id="rId211" Type="http://schemas.openxmlformats.org/officeDocument/2006/relationships/slide" Target="slides/slide206.xml"/><Relationship Id="rId332" Type="http://schemas.openxmlformats.org/officeDocument/2006/relationships/slide" Target="slides/slide327.xml"/><Relationship Id="rId210" Type="http://schemas.openxmlformats.org/officeDocument/2006/relationships/slide" Target="slides/slide205.xml"/><Relationship Id="rId331" Type="http://schemas.openxmlformats.org/officeDocument/2006/relationships/slide" Target="slides/slide326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249" Type="http://schemas.openxmlformats.org/officeDocument/2006/relationships/slide" Target="slides/slide244.xml"/><Relationship Id="rId127" Type="http://schemas.openxmlformats.org/officeDocument/2006/relationships/slide" Target="slides/slide122.xml"/><Relationship Id="rId248" Type="http://schemas.openxmlformats.org/officeDocument/2006/relationships/slide" Target="slides/slide243.xml"/><Relationship Id="rId126" Type="http://schemas.openxmlformats.org/officeDocument/2006/relationships/slide" Target="slides/slide121.xml"/><Relationship Id="rId247" Type="http://schemas.openxmlformats.org/officeDocument/2006/relationships/slide" Target="slides/slide242.xml"/><Relationship Id="rId121" Type="http://schemas.openxmlformats.org/officeDocument/2006/relationships/slide" Target="slides/slide116.xml"/><Relationship Id="rId242" Type="http://schemas.openxmlformats.org/officeDocument/2006/relationships/slide" Target="slides/slide237.xml"/><Relationship Id="rId120" Type="http://schemas.openxmlformats.org/officeDocument/2006/relationships/slide" Target="slides/slide115.xml"/><Relationship Id="rId241" Type="http://schemas.openxmlformats.org/officeDocument/2006/relationships/slide" Target="slides/slide236.xml"/><Relationship Id="rId240" Type="http://schemas.openxmlformats.org/officeDocument/2006/relationships/slide" Target="slides/slide235.xml"/><Relationship Id="rId125" Type="http://schemas.openxmlformats.org/officeDocument/2006/relationships/slide" Target="slides/slide120.xml"/><Relationship Id="rId246" Type="http://schemas.openxmlformats.org/officeDocument/2006/relationships/slide" Target="slides/slide241.xml"/><Relationship Id="rId124" Type="http://schemas.openxmlformats.org/officeDocument/2006/relationships/slide" Target="slides/slide119.xml"/><Relationship Id="rId245" Type="http://schemas.openxmlformats.org/officeDocument/2006/relationships/slide" Target="slides/slide240.xml"/><Relationship Id="rId123" Type="http://schemas.openxmlformats.org/officeDocument/2006/relationships/slide" Target="slides/slide118.xml"/><Relationship Id="rId244" Type="http://schemas.openxmlformats.org/officeDocument/2006/relationships/slide" Target="slides/slide239.xml"/><Relationship Id="rId122" Type="http://schemas.openxmlformats.org/officeDocument/2006/relationships/slide" Target="slides/slide117.xml"/><Relationship Id="rId243" Type="http://schemas.openxmlformats.org/officeDocument/2006/relationships/slide" Target="slides/slide238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239" Type="http://schemas.openxmlformats.org/officeDocument/2006/relationships/slide" Target="slides/slide234.xml"/><Relationship Id="rId117" Type="http://schemas.openxmlformats.org/officeDocument/2006/relationships/slide" Target="slides/slide112.xml"/><Relationship Id="rId238" Type="http://schemas.openxmlformats.org/officeDocument/2006/relationships/slide" Target="slides/slide233.xml"/><Relationship Id="rId116" Type="http://schemas.openxmlformats.org/officeDocument/2006/relationships/slide" Target="slides/slide111.xml"/><Relationship Id="rId237" Type="http://schemas.openxmlformats.org/officeDocument/2006/relationships/slide" Target="slides/slide232.xml"/><Relationship Id="rId115" Type="http://schemas.openxmlformats.org/officeDocument/2006/relationships/slide" Target="slides/slide110.xml"/><Relationship Id="rId236" Type="http://schemas.openxmlformats.org/officeDocument/2006/relationships/slide" Target="slides/slide231.xml"/><Relationship Id="rId119" Type="http://schemas.openxmlformats.org/officeDocument/2006/relationships/slide" Target="slides/slide114.xml"/><Relationship Id="rId110" Type="http://schemas.openxmlformats.org/officeDocument/2006/relationships/slide" Target="slides/slide105.xml"/><Relationship Id="rId231" Type="http://schemas.openxmlformats.org/officeDocument/2006/relationships/slide" Target="slides/slide226.xml"/><Relationship Id="rId230" Type="http://schemas.openxmlformats.org/officeDocument/2006/relationships/slide" Target="slides/slide225.xml"/><Relationship Id="rId114" Type="http://schemas.openxmlformats.org/officeDocument/2006/relationships/slide" Target="slides/slide109.xml"/><Relationship Id="rId235" Type="http://schemas.openxmlformats.org/officeDocument/2006/relationships/slide" Target="slides/slide230.xml"/><Relationship Id="rId113" Type="http://schemas.openxmlformats.org/officeDocument/2006/relationships/slide" Target="slides/slide108.xml"/><Relationship Id="rId234" Type="http://schemas.openxmlformats.org/officeDocument/2006/relationships/slide" Target="slides/slide229.xml"/><Relationship Id="rId112" Type="http://schemas.openxmlformats.org/officeDocument/2006/relationships/slide" Target="slides/slide107.xml"/><Relationship Id="rId233" Type="http://schemas.openxmlformats.org/officeDocument/2006/relationships/slide" Target="slides/slide228.xml"/><Relationship Id="rId111" Type="http://schemas.openxmlformats.org/officeDocument/2006/relationships/slide" Target="slides/slide106.xml"/><Relationship Id="rId232" Type="http://schemas.openxmlformats.org/officeDocument/2006/relationships/slide" Target="slides/slide227.xml"/><Relationship Id="rId305" Type="http://schemas.openxmlformats.org/officeDocument/2006/relationships/slide" Target="slides/slide300.xml"/><Relationship Id="rId304" Type="http://schemas.openxmlformats.org/officeDocument/2006/relationships/slide" Target="slides/slide299.xml"/><Relationship Id="rId303" Type="http://schemas.openxmlformats.org/officeDocument/2006/relationships/slide" Target="slides/slide298.xml"/><Relationship Id="rId302" Type="http://schemas.openxmlformats.org/officeDocument/2006/relationships/slide" Target="slides/slide297.xml"/><Relationship Id="rId309" Type="http://schemas.openxmlformats.org/officeDocument/2006/relationships/slide" Target="slides/slide304.xml"/><Relationship Id="rId308" Type="http://schemas.openxmlformats.org/officeDocument/2006/relationships/slide" Target="slides/slide303.xml"/><Relationship Id="rId307" Type="http://schemas.openxmlformats.org/officeDocument/2006/relationships/slide" Target="slides/slide302.xml"/><Relationship Id="rId306" Type="http://schemas.openxmlformats.org/officeDocument/2006/relationships/slide" Target="slides/slide301.xml"/><Relationship Id="rId301" Type="http://schemas.openxmlformats.org/officeDocument/2006/relationships/slide" Target="slides/slide296.xml"/><Relationship Id="rId300" Type="http://schemas.openxmlformats.org/officeDocument/2006/relationships/slide" Target="slides/slide295.xml"/><Relationship Id="rId206" Type="http://schemas.openxmlformats.org/officeDocument/2006/relationships/slide" Target="slides/slide201.xml"/><Relationship Id="rId327" Type="http://schemas.openxmlformats.org/officeDocument/2006/relationships/slide" Target="slides/slide322.xml"/><Relationship Id="rId205" Type="http://schemas.openxmlformats.org/officeDocument/2006/relationships/slide" Target="slides/slide200.xml"/><Relationship Id="rId326" Type="http://schemas.openxmlformats.org/officeDocument/2006/relationships/slide" Target="slides/slide321.xml"/><Relationship Id="rId204" Type="http://schemas.openxmlformats.org/officeDocument/2006/relationships/slide" Target="slides/slide199.xml"/><Relationship Id="rId325" Type="http://schemas.openxmlformats.org/officeDocument/2006/relationships/slide" Target="slides/slide320.xml"/><Relationship Id="rId203" Type="http://schemas.openxmlformats.org/officeDocument/2006/relationships/slide" Target="slides/slide198.xml"/><Relationship Id="rId324" Type="http://schemas.openxmlformats.org/officeDocument/2006/relationships/slide" Target="slides/slide319.xml"/><Relationship Id="rId209" Type="http://schemas.openxmlformats.org/officeDocument/2006/relationships/slide" Target="slides/slide204.xml"/><Relationship Id="rId208" Type="http://schemas.openxmlformats.org/officeDocument/2006/relationships/slide" Target="slides/slide203.xml"/><Relationship Id="rId329" Type="http://schemas.openxmlformats.org/officeDocument/2006/relationships/slide" Target="slides/slide324.xml"/><Relationship Id="rId207" Type="http://schemas.openxmlformats.org/officeDocument/2006/relationships/slide" Target="slides/slide202.xml"/><Relationship Id="rId328" Type="http://schemas.openxmlformats.org/officeDocument/2006/relationships/slide" Target="slides/slide323.xml"/><Relationship Id="rId202" Type="http://schemas.openxmlformats.org/officeDocument/2006/relationships/slide" Target="slides/slide197.xml"/><Relationship Id="rId323" Type="http://schemas.openxmlformats.org/officeDocument/2006/relationships/slide" Target="slides/slide318.xml"/><Relationship Id="rId201" Type="http://schemas.openxmlformats.org/officeDocument/2006/relationships/slide" Target="slides/slide196.xml"/><Relationship Id="rId322" Type="http://schemas.openxmlformats.org/officeDocument/2006/relationships/slide" Target="slides/slide317.xml"/><Relationship Id="rId200" Type="http://schemas.openxmlformats.org/officeDocument/2006/relationships/slide" Target="slides/slide195.xml"/><Relationship Id="rId321" Type="http://schemas.openxmlformats.org/officeDocument/2006/relationships/slide" Target="slides/slide316.xml"/><Relationship Id="rId320" Type="http://schemas.openxmlformats.org/officeDocument/2006/relationships/slide" Target="slides/slide315.xml"/><Relationship Id="rId316" Type="http://schemas.openxmlformats.org/officeDocument/2006/relationships/slide" Target="slides/slide311.xml"/><Relationship Id="rId315" Type="http://schemas.openxmlformats.org/officeDocument/2006/relationships/slide" Target="slides/slide310.xml"/><Relationship Id="rId314" Type="http://schemas.openxmlformats.org/officeDocument/2006/relationships/slide" Target="slides/slide309.xml"/><Relationship Id="rId313" Type="http://schemas.openxmlformats.org/officeDocument/2006/relationships/slide" Target="slides/slide308.xml"/><Relationship Id="rId319" Type="http://schemas.openxmlformats.org/officeDocument/2006/relationships/slide" Target="slides/slide314.xml"/><Relationship Id="rId318" Type="http://schemas.openxmlformats.org/officeDocument/2006/relationships/slide" Target="slides/slide313.xml"/><Relationship Id="rId317" Type="http://schemas.openxmlformats.org/officeDocument/2006/relationships/slide" Target="slides/slide312.xml"/><Relationship Id="rId312" Type="http://schemas.openxmlformats.org/officeDocument/2006/relationships/slide" Target="slides/slide307.xml"/><Relationship Id="rId311" Type="http://schemas.openxmlformats.org/officeDocument/2006/relationships/slide" Target="slides/slide306.xml"/><Relationship Id="rId310" Type="http://schemas.openxmlformats.org/officeDocument/2006/relationships/slide" Target="slides/slide30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p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p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p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p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p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p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p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p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" name="Google Shape;652;p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p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p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2" name="Google Shape;672;p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p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p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p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p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p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2" name="Google Shape;702;p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7" name="Google Shape;707;p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p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p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2" name="Google Shape;722;p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7" name="Google Shape;727;p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p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7" name="Google Shape;737;p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1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2" name="Google Shape;742;p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1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7" name="Google Shape;747;p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1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2" name="Google Shape;752;p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7" name="Google Shape;757;p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p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7" name="Google Shape;767;p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2" name="Google Shape;772;p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7" name="Google Shape;777;p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2" name="Google Shape;782;p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7" name="Google Shape;787;p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2" name="Google Shape;792;p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7" name="Google Shape;797;p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2" name="Google Shape;802;p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7" name="Google Shape;807;p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2" name="Google Shape;812;p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7" name="Google Shape;817;p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2" name="Google Shape;822;p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p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1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2" name="Google Shape;832;p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p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2" name="Google Shape;842;p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1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7" name="Google Shape;847;p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2" name="Google Shape;852;p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7" name="Google Shape;857;p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1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2" name="Google Shape;862;p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7" name="Google Shape;867;p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" name="Google Shape;872;p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1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7" name="Google Shape;877;p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2" name="Google Shape;882;p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7" name="Google Shape;887;p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2" name="Google Shape;892;p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1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7" name="Google Shape;897;p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2" name="Google Shape;902;p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7" name="Google Shape;907;p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2" name="Google Shape;912;p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7" name="Google Shape;917;p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1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2" name="Google Shape;922;p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1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7" name="Google Shape;927;p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2" name="Google Shape;932;p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7" name="Google Shape;937;p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2" name="Google Shape;942;p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7" name="Google Shape;947;p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2" name="Google Shape;952;p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7" name="Google Shape;957;p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2" name="Google Shape;962;p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1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7" name="Google Shape;967;p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2" name="Google Shape;972;p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7" name="Google Shape;977;p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2" name="Google Shape;982;p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1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7" name="Google Shape;987;p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2" name="Google Shape;992;p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7" name="Google Shape;997;p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2" name="Google Shape;1002;p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1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7" name="Google Shape;1007;p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1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2" name="Google Shape;1012;p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1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7" name="Google Shape;1017;p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1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2" name="Google Shape;1022;p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1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7" name="Google Shape;1027;p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1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2" name="Google Shape;1032;p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1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7" name="Google Shape;1037;p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2" name="Google Shape;1042;p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2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7" name="Google Shape;1047;p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2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2" name="Google Shape;1052;p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2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7" name="Google Shape;1057;p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2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2" name="Google Shape;1062;p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2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7" name="Google Shape;1067;p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2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2" name="Google Shape;1072;p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2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7" name="Google Shape;1077;p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2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2" name="Google Shape;1082;p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7" name="Google Shape;1087;p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2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2" name="Google Shape;1092;p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2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7" name="Google Shape;1097;p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2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2" name="Google Shape;1102;p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7" name="Google Shape;1107;p2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3" name="Google Shape;1113;p2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8" name="Google Shape;1118;p2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3" name="Google Shape;1123;p2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8" name="Google Shape;1128;p2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3" name="Google Shape;1133;p2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8" name="Google Shape;1138;p2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3" name="Google Shape;1143;p2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8" name="Google Shape;1148;p2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3" name="Google Shape;1153;p2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8" name="Google Shape;1158;p2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3" name="Google Shape;1163;p2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8" name="Google Shape;1168;p2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3" name="Google Shape;1173;p2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8" name="Google Shape;1178;p2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3" name="Google Shape;1183;p2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8" name="Google Shape;1188;p22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3" name="Google Shape;1193;p22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8" name="Google Shape;1198;p23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3" name="Google Shape;1203;p2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8" name="Google Shape;1208;p23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3" name="Google Shape;1213;p23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8" name="Google Shape;1218;p23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4" name="Google Shape;1224;p23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9" name="Google Shape;1229;p23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4" name="Google Shape;1234;p23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9" name="Google Shape;1239;p23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4" name="Google Shape;1244;p23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9" name="Google Shape;1249;p24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4" name="Google Shape;1254;p24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9" name="Google Shape;1259;p24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4" name="Google Shape;1264;p24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9" name="Google Shape;1269;p24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4" name="Google Shape;1274;p2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9" name="Google Shape;1279;p24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4" name="Google Shape;1284;p24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9" name="Google Shape;1289;p24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4" name="Google Shape;1294;p24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9" name="Google Shape;1299;p25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4" name="Google Shape;1304;p25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9" name="Google Shape;1309;p2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4" name="Google Shape;1314;p25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9" name="Google Shape;1319;p25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4" name="Google Shape;1324;p25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0" name="Google Shape;1330;p25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5" name="Google Shape;1335;p25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0" name="Google Shape;1340;p25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5" name="Google Shape;1345;p25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0" name="Google Shape;1350;p26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5" name="Google Shape;1355;p26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0" name="Google Shape;1360;p26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5" name="Google Shape;1365;p26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0" name="Google Shape;1370;p26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5" name="Google Shape;1375;p26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0" name="Google Shape;1380;p26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5" name="Google Shape;1385;p26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0" name="Google Shape;1390;p26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5" name="Google Shape;1395;p26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0" name="Google Shape;1400;p27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5" name="Google Shape;1405;p27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0" name="Google Shape;1410;p27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5" name="Google Shape;1415;p27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0" name="Google Shape;1420;p27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5" name="Google Shape;1425;p27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0" name="Google Shape;1430;p27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5" name="Google Shape;1435;p27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0" name="Google Shape;1440;p27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5" name="Google Shape;1445;p27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0" name="Google Shape;1450;p28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5" name="Google Shape;1455;p28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0" name="Google Shape;1460;p28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5" name="Google Shape;1465;p2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0" name="Google Shape;1470;p28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5" name="Google Shape;1475;p28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0" name="Google Shape;1480;p28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5" name="Google Shape;1485;p28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0" name="Google Shape;1490;p28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5" name="Google Shape;1495;p28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0" name="Google Shape;1500;p29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5" name="Google Shape;1505;p29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0" name="Google Shape;1510;p29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5" name="Google Shape;1515;p29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0" name="Google Shape;1520;p29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5" name="Google Shape;1525;p29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0" name="Google Shape;1530;p29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5" name="Google Shape;1535;p29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0" name="Google Shape;1540;p29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5" name="Google Shape;1545;p29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0" name="Google Shape;1550;p30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5" name="Google Shape;1555;p30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0" name="Google Shape;1560;p30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5" name="Google Shape;1565;p30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0" name="Google Shape;1570;p30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5" name="Google Shape;1575;p30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0" name="Google Shape;1580;p30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5" name="Google Shape;1585;p30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0" name="Google Shape;1590;p30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5" name="Google Shape;1595;p30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0" name="Google Shape;1600;p3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5" name="Google Shape;1605;p3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0" name="Google Shape;1610;p3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5" name="Google Shape;1615;p3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0" name="Google Shape;1620;p3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5" name="Google Shape;1625;p3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0" name="Google Shape;1630;p3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5" name="Google Shape;1635;p3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0" name="Google Shape;1640;p3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5" name="Google Shape;1645;p3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0" name="Google Shape;1650;p3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5" name="Google Shape;1655;p3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0" name="Google Shape;1660;p3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5" name="Google Shape;1665;p3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0" name="Google Shape;1670;p3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5" name="Google Shape;1675;p3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0" name="Google Shape;1680;p3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5" name="Google Shape;1685;p3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0" name="Google Shape;1690;p32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5" name="Google Shape;1695;p32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0" name="Google Shape;1700;p33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5" name="Google Shape;1705;p3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0" name="Google Shape;1710;p33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5" name="Google Shape;1715;p33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p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0" name="Google Shape;1720;p33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5" name="Google Shape;1725;p33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0" name="Google Shape;1730;p33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5" name="Google Shape;1735;p33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0" name="Google Shape;1740;p33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p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5" name="Google Shape;1745;p33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4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34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3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3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3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4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>
            <a:alpha val="55294"/>
          </a:scheme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9.xml"/></Relationships>
</file>

<file path=ppt/slides/_rels/slide2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1.xml"/></Relationships>
</file>

<file path=ppt/slides/_rels/slide2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2.xml"/></Relationships>
</file>

<file path=ppt/slides/_rels/slide2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3.xml"/></Relationships>
</file>

<file path=ppt/slides/_rels/slide2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4.xml"/></Relationships>
</file>

<file path=ppt/slides/_rels/slide2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5.xml"/></Relationships>
</file>

<file path=ppt/slides/_rels/slide2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6.xml"/></Relationships>
</file>

<file path=ppt/slides/_rels/slide2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7.xml"/></Relationships>
</file>

<file path=ppt/slides/_rels/slide2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8.xml"/></Relationships>
</file>

<file path=ppt/slides/_rels/slide2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9.xml"/></Relationships>
</file>

<file path=ppt/slides/_rels/slide2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0.xml"/></Relationships>
</file>

<file path=ppt/slides/_rels/slide2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1.xml"/></Relationships>
</file>

<file path=ppt/slides/_rels/slide2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2.xml"/></Relationships>
</file>

<file path=ppt/slides/_rels/slide2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3.xml"/></Relationships>
</file>

<file path=ppt/slides/_rels/slide2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4.xml"/></Relationships>
</file>

<file path=ppt/slides/_rels/slide2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5.xml"/></Relationships>
</file>

<file path=ppt/slides/_rels/slide2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6.xml"/></Relationships>
</file>

<file path=ppt/slides/_rels/slide2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7.xml"/></Relationships>
</file>

<file path=ppt/slides/_rels/slide2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8.xml"/></Relationships>
</file>

<file path=ppt/slides/_rels/slide2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9.xml"/></Relationships>
</file>

<file path=ppt/slides/_rels/slide2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0.xml"/></Relationships>
</file>

<file path=ppt/slides/_rels/slide2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1.xml"/></Relationships>
</file>

<file path=ppt/slides/_rels/slide2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2.xml"/></Relationships>
</file>

<file path=ppt/slides/_rels/slide2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3.xml"/></Relationships>
</file>

<file path=ppt/slides/_rels/slide2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4.xml"/></Relationships>
</file>

<file path=ppt/slides/_rels/slide2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5.xml"/></Relationships>
</file>

<file path=ppt/slides/_rels/slide2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6.xml"/></Relationships>
</file>

<file path=ppt/slides/_rels/slide2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7.xml"/></Relationships>
</file>

<file path=ppt/slides/_rels/slide2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8.xml"/></Relationships>
</file>

<file path=ppt/slides/_rels/slide2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9.xml"/></Relationships>
</file>

<file path=ppt/slides/_rels/slide2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0.xml"/></Relationships>
</file>

<file path=ppt/slides/_rels/slide2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1.xml"/></Relationships>
</file>

<file path=ppt/slides/_rels/slide2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2.xml"/></Relationships>
</file>

<file path=ppt/slides/_rels/slide2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3.xml"/></Relationships>
</file>

<file path=ppt/slides/_rels/slide2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4.xml"/></Relationships>
</file>

<file path=ppt/slides/_rels/slide2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5.xml"/></Relationships>
</file>

<file path=ppt/slides/_rels/slide2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6.xml"/></Relationships>
</file>

<file path=ppt/slides/_rels/slide2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7.xml"/></Relationships>
</file>

<file path=ppt/slides/_rels/slide2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8.xml"/></Relationships>
</file>

<file path=ppt/slides/_rels/slide2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9.xml"/></Relationships>
</file>

<file path=ppt/slides/_rels/slide2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0.xml"/></Relationships>
</file>

<file path=ppt/slides/_rels/slide2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1.xml"/></Relationships>
</file>

<file path=ppt/slides/_rels/slide2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2.xml"/></Relationships>
</file>

<file path=ppt/slides/_rels/slide2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3.xml"/></Relationships>
</file>

<file path=ppt/slides/_rels/slide2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4.xml"/></Relationships>
</file>

<file path=ppt/slides/_rels/slide2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5.xml"/></Relationships>
</file>

<file path=ppt/slides/_rels/slide2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6.xml"/></Relationships>
</file>

<file path=ppt/slides/_rels/slide2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7.xml"/></Relationships>
</file>

<file path=ppt/slides/_rels/slide2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8.xml"/></Relationships>
</file>

<file path=ppt/slides/_rels/slide2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9.xml"/></Relationships>
</file>

<file path=ppt/slides/_rels/slide2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0.xml"/></Relationships>
</file>

<file path=ppt/slides/_rels/slide2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1.xml"/></Relationships>
</file>

<file path=ppt/slides/_rels/slide2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2.xml"/></Relationships>
</file>

<file path=ppt/slides/_rels/slide2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3.xml"/></Relationships>
</file>

<file path=ppt/slides/_rels/slide2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4.xml"/></Relationships>
</file>

<file path=ppt/slides/_rels/slide2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5.xml"/></Relationships>
</file>

<file path=ppt/slides/_rels/slide2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6.xml"/></Relationships>
</file>

<file path=ppt/slides/_rels/slide2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7.xml"/></Relationships>
</file>

<file path=ppt/slides/_rels/slide2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8.xml"/></Relationships>
</file>

<file path=ppt/slides/_rels/slide2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9.xml"/></Relationships>
</file>

<file path=ppt/slides/_rels/slide2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0.xml"/></Relationships>
</file>

<file path=ppt/slides/_rels/slide2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1.xml"/></Relationships>
</file>

<file path=ppt/slides/_rels/slide2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2.xml"/></Relationships>
</file>

<file path=ppt/slides/_rels/slide2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3.xml"/></Relationships>
</file>

<file path=ppt/slides/_rels/slide2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4.xml"/></Relationships>
</file>

<file path=ppt/slides/_rels/slide2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5.xml"/></Relationships>
</file>

<file path=ppt/slides/_rels/slide2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6.xml"/></Relationships>
</file>

<file path=ppt/slides/_rels/slide2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7.xml"/></Relationships>
</file>

<file path=ppt/slides/_rels/slide2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8.xml"/></Relationships>
</file>

<file path=ppt/slides/_rels/slide2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9.xml"/></Relationships>
</file>

<file path=ppt/slides/_rels/slide2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0.xml"/></Relationships>
</file>

<file path=ppt/slides/_rels/slide2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1.xml"/></Relationships>
</file>

<file path=ppt/slides/_rels/slide2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2.xml"/></Relationships>
</file>

<file path=ppt/slides/_rels/slide2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3.xml"/></Relationships>
</file>

<file path=ppt/slides/_rels/slide2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4.xml"/></Relationships>
</file>

<file path=ppt/slides/_rels/slide2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5.xml"/></Relationships>
</file>

<file path=ppt/slides/_rels/slide2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6.xml"/></Relationships>
</file>

<file path=ppt/slides/_rels/slide2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7.xml"/></Relationships>
</file>

<file path=ppt/slides/_rels/slide2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8.xml"/></Relationships>
</file>

<file path=ppt/slides/_rels/slide2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9.xml"/></Relationships>
</file>

<file path=ppt/slides/_rels/slide3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0.xml"/></Relationships>
</file>

<file path=ppt/slides/_rels/slide3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1.xml"/></Relationships>
</file>

<file path=ppt/slides/_rels/slide3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2.xml"/></Relationships>
</file>

<file path=ppt/slides/_rels/slide3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3.xml"/></Relationships>
</file>

<file path=ppt/slides/_rels/slide3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4.xml"/></Relationships>
</file>

<file path=ppt/slides/_rels/slide3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5.xml"/></Relationships>
</file>

<file path=ppt/slides/_rels/slide3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6.xml"/></Relationships>
</file>

<file path=ppt/slides/_rels/slide3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7.xml"/></Relationships>
</file>

<file path=ppt/slides/_rels/slide3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8.xml"/></Relationships>
</file>

<file path=ppt/slides/_rels/slide3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9.xml"/></Relationships>
</file>

<file path=ppt/slides/_rels/slide3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0.xml"/></Relationships>
</file>

<file path=ppt/slides/_rels/slide3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1.xml"/></Relationships>
</file>

<file path=ppt/slides/_rels/slide3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2.xml"/></Relationships>
</file>

<file path=ppt/slides/_rels/slide3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3.xml"/></Relationships>
</file>

<file path=ppt/slides/_rels/slide3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4.xml"/></Relationships>
</file>

<file path=ppt/slides/_rels/slide3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5.xml"/></Relationships>
</file>

<file path=ppt/slides/_rels/slide3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6.xml"/></Relationships>
</file>

<file path=ppt/slides/_rels/slide3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7.xml"/></Relationships>
</file>

<file path=ppt/slides/_rels/slide3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8.xml"/></Relationships>
</file>

<file path=ppt/slides/_rels/slide3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9.xml"/></Relationships>
</file>

<file path=ppt/slides/_rels/slide3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0.xml"/></Relationships>
</file>

<file path=ppt/slides/_rels/slide3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1.xml"/></Relationships>
</file>

<file path=ppt/slides/_rels/slide3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2.xml"/></Relationships>
</file>

<file path=ppt/slides/_rels/slide3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3.xml"/></Relationships>
</file>

<file path=ppt/slides/_rels/slide3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4.xml"/></Relationships>
</file>

<file path=ppt/slides/_rels/slide3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5.xml"/></Relationships>
</file>

<file path=ppt/slides/_rels/slide3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6.xml"/></Relationships>
</file>

<file path=ppt/slides/_rels/slide3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7.xml"/></Relationships>
</file>

<file path=ppt/slides/_rels/slide3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8.xml"/></Relationships>
</file>

<file path=ppt/slides/_rels/slide3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9.xml"/></Relationships>
</file>

<file path=ppt/slides/_rels/slide3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0.xml"/></Relationships>
</file>

<file path=ppt/slides/_rels/slide3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1.xml"/></Relationships>
</file>

<file path=ppt/slides/_rels/slide3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2.xml"/></Relationships>
</file>

<file path=ppt/slides/_rels/slide3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3.xml"/></Relationships>
</file>

<file path=ppt/slides/_rels/slide3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4.xml"/></Relationships>
</file>

<file path=ppt/slides/_rels/slide3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5.xml"/></Relationships>
</file>

<file path=ppt/slides/_rels/slide3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6.xml"/></Relationships>
</file>

<file path=ppt/slides/_rels/slide3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7.xml"/></Relationships>
</file>

<file path=ppt/slides/_rels/slide3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8.xml"/></Relationships>
</file>

<file path=ppt/slides/_rels/slide3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0" y="154545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/>
              <a:t>M100W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C000"/>
                </a:solidFill>
              </a:rPr>
              <a:t>Gold Words</a:t>
            </a:r>
            <a:endParaRPr sz="11000">
              <a:solidFill>
                <a:srgbClr val="FFC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C000"/>
                </a:solidFill>
              </a:rPr>
              <a:t>and</a:t>
            </a:r>
            <a:endParaRPr sz="11000">
              <a:solidFill>
                <a:srgbClr val="FFC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C000"/>
                </a:solidFill>
              </a:rPr>
              <a:t>a</a:t>
            </a:r>
            <a:endParaRPr sz="11000">
              <a:solidFill>
                <a:srgbClr val="FFC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C000"/>
                </a:solidFill>
              </a:rPr>
              <a:t>be</a:t>
            </a:r>
            <a:endParaRPr sz="11000">
              <a:solidFill>
                <a:srgbClr val="FFC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-GB" sz="11000">
                <a:solidFill>
                  <a:srgbClr val="000000"/>
                </a:solidFill>
              </a:rPr>
              <a:t>..</a:t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C000"/>
                </a:solidFill>
              </a:rPr>
              <a:t>I</a:t>
            </a:r>
            <a:endParaRPr sz="11000">
              <a:solidFill>
                <a:srgbClr val="FFC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-GB" sz="11000">
                <a:solidFill>
                  <a:srgbClr val="000000"/>
                </a:solidFill>
              </a:rPr>
              <a:t>..</a:t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C000"/>
                </a:solidFill>
              </a:rPr>
              <a:t>in</a:t>
            </a:r>
            <a:endParaRPr sz="11000">
              <a:solidFill>
                <a:srgbClr val="FFC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C000"/>
                </a:solidFill>
              </a:rPr>
              <a:t>is</a:t>
            </a:r>
            <a:endParaRPr sz="11000">
              <a:solidFill>
                <a:srgbClr val="FFC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C000"/>
                </a:solidFill>
              </a:rPr>
              <a:t>it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C000"/>
                </a:solidFill>
              </a:rPr>
              <a:t>of</a:t>
            </a:r>
            <a:endParaRPr sz="11000">
              <a:solidFill>
                <a:srgbClr val="FFC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C000"/>
                </a:solidFill>
              </a:rPr>
              <a:t>that</a:t>
            </a:r>
            <a:endParaRPr sz="11000">
              <a:solidFill>
                <a:srgbClr val="FFC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C000"/>
                </a:solidFill>
              </a:rPr>
              <a:t>the</a:t>
            </a:r>
            <a:endParaRPr sz="11000">
              <a:solidFill>
                <a:srgbClr val="FFC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C000"/>
                </a:solidFill>
              </a:rPr>
              <a:t>to</a:t>
            </a:r>
            <a:endParaRPr sz="11000">
              <a:solidFill>
                <a:srgbClr val="FFC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C000"/>
                </a:solidFill>
              </a:rPr>
              <a:t>was</a:t>
            </a:r>
            <a:endParaRPr sz="11000">
              <a:solidFill>
                <a:srgbClr val="FFC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F0"/>
                </a:solidFill>
              </a:rPr>
              <a:t>Blue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F0"/>
                </a:solidFill>
              </a:rPr>
              <a:t> Words</a:t>
            </a:r>
            <a:endParaRPr sz="11000">
              <a:solidFill>
                <a:srgbClr val="00B0F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F0"/>
                </a:solidFill>
              </a:rPr>
              <a:t>an</a:t>
            </a:r>
            <a:endParaRPr sz="11000">
              <a:solidFill>
                <a:srgbClr val="00B0F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F0"/>
                </a:solidFill>
              </a:rPr>
              <a:t>by</a:t>
            </a:r>
            <a:endParaRPr sz="11000">
              <a:solidFill>
                <a:srgbClr val="00B0F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F0"/>
                </a:solidFill>
              </a:rPr>
              <a:t>do</a:t>
            </a:r>
            <a:endParaRPr sz="11000">
              <a:solidFill>
                <a:srgbClr val="00B0F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F0"/>
                </a:solidFill>
              </a:rPr>
              <a:t>go</a:t>
            </a:r>
            <a:endParaRPr sz="11000">
              <a:solidFill>
                <a:srgbClr val="00B0F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F0"/>
                </a:solidFill>
              </a:rPr>
              <a:t>if</a:t>
            </a:r>
            <a:endParaRPr sz="11000">
              <a:solidFill>
                <a:srgbClr val="00B0F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F0"/>
                </a:solidFill>
              </a:rPr>
              <a:t>me</a:t>
            </a:r>
            <a:endParaRPr sz="11000">
              <a:solidFill>
                <a:srgbClr val="00B0F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F0"/>
                </a:solidFill>
              </a:rPr>
              <a:t>my</a:t>
            </a:r>
            <a:endParaRPr sz="11000">
              <a:solidFill>
                <a:srgbClr val="00B0F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F0"/>
                </a:solidFill>
              </a:rPr>
              <a:t>no</a:t>
            </a:r>
            <a:endParaRPr sz="11000">
              <a:solidFill>
                <a:srgbClr val="00B0F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F0"/>
                </a:solidFill>
              </a:rPr>
              <a:t>up</a:t>
            </a:r>
            <a:endParaRPr sz="11000">
              <a:solidFill>
                <a:srgbClr val="00B0F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F0"/>
                </a:solidFill>
              </a:rPr>
              <a:t>or</a:t>
            </a:r>
            <a:endParaRPr sz="11000">
              <a:solidFill>
                <a:srgbClr val="00B0F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0000"/>
                </a:solidFill>
              </a:rPr>
              <a:t>Red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0000"/>
                </a:solidFill>
              </a:rPr>
              <a:t>Words</a:t>
            </a:r>
            <a:endParaRPr sz="1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0000"/>
                </a:solidFill>
              </a:rPr>
              <a:t>all</a:t>
            </a:r>
            <a:endParaRPr sz="1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0000"/>
                </a:solidFill>
              </a:rPr>
              <a:t>are</a:t>
            </a:r>
            <a:endParaRPr sz="1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0000"/>
                </a:solidFill>
              </a:rPr>
              <a:t>as</a:t>
            </a:r>
            <a:endParaRPr sz="1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0000"/>
                </a:solidFill>
              </a:rPr>
              <a:t>at</a:t>
            </a:r>
            <a:endParaRPr sz="1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0000"/>
                </a:solidFill>
              </a:rPr>
              <a:t>but</a:t>
            </a:r>
            <a:endParaRPr sz="1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0000"/>
                </a:solidFill>
              </a:rPr>
              <a:t>for</a:t>
            </a:r>
            <a:endParaRPr sz="1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0000"/>
                </a:solidFill>
              </a:rPr>
              <a:t>had</a:t>
            </a:r>
            <a:endParaRPr sz="1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0000"/>
                </a:solidFill>
              </a:rPr>
              <a:t>hav</a:t>
            </a:r>
            <a:r>
              <a:rPr lang="en-GB" sz="11000">
                <a:solidFill>
                  <a:srgbClr val="FF0000"/>
                </a:solidFill>
              </a:rPr>
              <a:t>e</a:t>
            </a:r>
            <a:endParaRPr sz="1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0000"/>
                </a:solidFill>
              </a:rPr>
              <a:t>he</a:t>
            </a:r>
            <a:endParaRPr sz="1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0000"/>
                </a:solidFill>
              </a:rPr>
              <a:t>her</a:t>
            </a:r>
            <a:endParaRPr sz="1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0000"/>
                </a:solidFill>
              </a:rPr>
              <a:t>his</a:t>
            </a:r>
            <a:endParaRPr sz="1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8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0000"/>
                </a:solidFill>
              </a:rPr>
              <a:t>not</a:t>
            </a:r>
            <a:endParaRPr sz="1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0000"/>
                </a:solidFill>
              </a:rPr>
              <a:t>on</a:t>
            </a:r>
            <a:endParaRPr sz="1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0000"/>
                </a:solidFill>
              </a:rPr>
              <a:t>one</a:t>
            </a:r>
            <a:endParaRPr sz="1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0000"/>
                </a:solidFill>
              </a:rPr>
              <a:t>said</a:t>
            </a:r>
            <a:endParaRPr sz="1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0000"/>
                </a:solidFill>
              </a:rPr>
              <a:t>so</a:t>
            </a:r>
            <a:endParaRPr sz="1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0000"/>
                </a:solidFill>
              </a:rPr>
              <a:t>they</a:t>
            </a:r>
            <a:endParaRPr sz="1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0000"/>
                </a:solidFill>
              </a:rPr>
              <a:t>with</a:t>
            </a:r>
            <a:endParaRPr sz="1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5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0000"/>
                </a:solidFill>
              </a:rPr>
              <a:t>we</a:t>
            </a:r>
            <a:endParaRPr sz="1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6"/>
          <p:cNvSpPr txBox="1"/>
          <p:nvPr>
            <p:ph idx="1" type="body"/>
          </p:nvPr>
        </p:nvSpPr>
        <p:spPr>
          <a:xfrm>
            <a:off x="311700" y="502250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0000"/>
                </a:solidFill>
              </a:rPr>
              <a:t>you</a:t>
            </a:r>
            <a:endParaRPr sz="1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7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50"/>
                </a:solidFill>
              </a:rPr>
              <a:t>Green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50"/>
                </a:solidFill>
              </a:rPr>
              <a:t>Words</a:t>
            </a:r>
            <a:endParaRPr sz="110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8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50"/>
                </a:solidFill>
              </a:rPr>
              <a:t>big</a:t>
            </a:r>
            <a:endParaRPr sz="110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9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50"/>
                </a:solidFill>
              </a:rPr>
              <a:t>has</a:t>
            </a:r>
            <a:endParaRPr sz="110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0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50"/>
                </a:solidFill>
              </a:rPr>
              <a:t>off</a:t>
            </a:r>
            <a:endParaRPr sz="110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1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50"/>
                </a:solidFill>
              </a:rPr>
              <a:t>see</a:t>
            </a:r>
            <a:endParaRPr sz="110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2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50"/>
                </a:solidFill>
              </a:rPr>
              <a:t>can</a:t>
            </a:r>
            <a:endParaRPr sz="110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3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50"/>
                </a:solidFill>
              </a:rPr>
              <a:t>him</a:t>
            </a:r>
            <a:endParaRPr sz="110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4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50"/>
                </a:solidFill>
              </a:rPr>
              <a:t>old</a:t>
            </a:r>
            <a:endParaRPr sz="110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5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50"/>
                </a:solidFill>
              </a:rPr>
              <a:t>she</a:t>
            </a:r>
            <a:endParaRPr sz="110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6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50"/>
                </a:solidFill>
              </a:rPr>
              <a:t>did</a:t>
            </a:r>
            <a:endParaRPr sz="110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7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50"/>
                </a:solidFill>
              </a:rPr>
              <a:t>new</a:t>
            </a:r>
            <a:endParaRPr sz="110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8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50"/>
                </a:solidFill>
              </a:rPr>
              <a:t>our</a:t>
            </a:r>
            <a:endParaRPr sz="110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9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50"/>
                </a:solidFill>
              </a:rPr>
              <a:t>two</a:t>
            </a:r>
            <a:endParaRPr sz="110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0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50"/>
                </a:solidFill>
              </a:rPr>
              <a:t>get</a:t>
            </a:r>
            <a:endParaRPr sz="110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1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50"/>
                </a:solidFill>
              </a:rPr>
              <a:t>now</a:t>
            </a:r>
            <a:endParaRPr sz="110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2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50"/>
                </a:solidFill>
              </a:rPr>
              <a:t>out</a:t>
            </a:r>
            <a:endParaRPr sz="110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3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B050"/>
                </a:solidFill>
              </a:rPr>
              <a:t>who</a:t>
            </a:r>
            <a:endParaRPr sz="110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4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Orange Words</a:t>
            </a:r>
            <a:endParaRPr sz="1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5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back</a:t>
            </a:r>
            <a:endParaRPr sz="1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6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 sz="1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7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made</a:t>
            </a:r>
            <a:endParaRPr sz="1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8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this</a:t>
            </a:r>
            <a:endParaRPr sz="1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9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been</a:t>
            </a:r>
            <a:endParaRPr sz="1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70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into</a:t>
            </a:r>
            <a:endParaRPr sz="1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71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much</a:t>
            </a:r>
            <a:endParaRPr sz="1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72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well</a:t>
            </a:r>
            <a:endParaRPr sz="1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3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came</a:t>
            </a:r>
            <a:endParaRPr sz="1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74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just</a:t>
            </a:r>
            <a:endParaRPr sz="1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5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over</a:t>
            </a:r>
            <a:endParaRPr sz="1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6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went</a:t>
            </a:r>
            <a:endParaRPr sz="1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77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down</a:t>
            </a:r>
            <a:endParaRPr sz="1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8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like</a:t>
            </a:r>
            <a:endParaRPr sz="1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9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them</a:t>
            </a:r>
            <a:endParaRPr sz="1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80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when</a:t>
            </a:r>
            <a:endParaRPr sz="11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81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66FF"/>
                </a:solidFill>
                <a:latin typeface="Arial"/>
                <a:ea typeface="Arial"/>
                <a:cs typeface="Arial"/>
                <a:sym typeface="Arial"/>
              </a:rPr>
              <a:t>Indigo Words</a:t>
            </a:r>
            <a:endParaRPr sz="11000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82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66FF"/>
                </a:solidFill>
                <a:latin typeface="Arial"/>
                <a:ea typeface="Arial"/>
                <a:cs typeface="Arial"/>
                <a:sym typeface="Arial"/>
              </a:rPr>
              <a:t>call</a:t>
            </a:r>
            <a:endParaRPr sz="11000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83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66FF"/>
                </a:solidFill>
                <a:latin typeface="Arial"/>
                <a:ea typeface="Arial"/>
                <a:cs typeface="Arial"/>
                <a:sym typeface="Arial"/>
              </a:rPr>
              <a:t>must</a:t>
            </a:r>
            <a:endParaRPr sz="11000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84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66FF"/>
                </a:solidFill>
                <a:latin typeface="Arial"/>
                <a:ea typeface="Arial"/>
                <a:cs typeface="Arial"/>
                <a:sym typeface="Arial"/>
              </a:rPr>
              <a:t>were</a:t>
            </a:r>
            <a:endParaRPr sz="11000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85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66FF"/>
                </a:solidFill>
                <a:latin typeface="Arial"/>
                <a:ea typeface="Arial"/>
                <a:cs typeface="Arial"/>
                <a:sym typeface="Arial"/>
              </a:rPr>
              <a:t>come</a:t>
            </a:r>
            <a:endParaRPr sz="11000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86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66FF"/>
                </a:solidFill>
                <a:latin typeface="Arial"/>
                <a:ea typeface="Arial"/>
                <a:cs typeface="Arial"/>
                <a:sym typeface="Arial"/>
              </a:rPr>
              <a:t>only</a:t>
            </a:r>
            <a:endParaRPr sz="11000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7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66FF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endParaRPr sz="11000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88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66FF"/>
                </a:solidFill>
                <a:latin typeface="Arial"/>
                <a:ea typeface="Arial"/>
                <a:cs typeface="Arial"/>
                <a:sym typeface="Arial"/>
              </a:rPr>
              <a:t>here</a:t>
            </a:r>
            <a:endParaRPr sz="11000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89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66FF"/>
                </a:solidFill>
                <a:latin typeface="Arial"/>
                <a:ea typeface="Arial"/>
                <a:cs typeface="Arial"/>
                <a:sym typeface="Arial"/>
              </a:rPr>
              <a:t>some</a:t>
            </a:r>
            <a:endParaRPr sz="11000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90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66FF"/>
                </a:solidFill>
                <a:latin typeface="Arial"/>
                <a:ea typeface="Arial"/>
                <a:cs typeface="Arial"/>
                <a:sym typeface="Arial"/>
              </a:rPr>
              <a:t>will</a:t>
            </a:r>
            <a:endParaRPr sz="11000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91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66FF"/>
                </a:solidFill>
                <a:latin typeface="Arial"/>
                <a:ea typeface="Arial"/>
                <a:cs typeface="Arial"/>
                <a:sym typeface="Arial"/>
              </a:rPr>
              <a:t>make</a:t>
            </a:r>
            <a:endParaRPr sz="11000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2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66FF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endParaRPr sz="11000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93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66FF"/>
                </a:solidFill>
                <a:latin typeface="Arial"/>
                <a:ea typeface="Arial"/>
                <a:cs typeface="Arial"/>
                <a:sym typeface="Arial"/>
              </a:rPr>
              <a:t>your</a:t>
            </a:r>
            <a:endParaRPr sz="11000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94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CC0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Violet Words</a:t>
            </a:r>
            <a:endParaRPr sz="11000">
              <a:solidFill>
                <a:srgbClr val="CC00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95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CC0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0">
              <a:solidFill>
                <a:srgbClr val="CC00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96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CC0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sz="11000">
              <a:solidFill>
                <a:srgbClr val="CC00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97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CC0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could</a:t>
            </a:r>
            <a:endParaRPr sz="11000">
              <a:solidFill>
                <a:srgbClr val="CC00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98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CC0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first</a:t>
            </a:r>
            <a:endParaRPr sz="11000">
              <a:solidFill>
                <a:srgbClr val="CC00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99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CC0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little</a:t>
            </a:r>
            <a:endParaRPr sz="11000">
              <a:solidFill>
                <a:srgbClr val="CC00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00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CC0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look</a:t>
            </a:r>
            <a:endParaRPr sz="11000">
              <a:solidFill>
                <a:srgbClr val="CC00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01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CC0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more</a:t>
            </a:r>
            <a:endParaRPr sz="11000">
              <a:solidFill>
                <a:srgbClr val="CC00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02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CC0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other</a:t>
            </a:r>
            <a:endParaRPr sz="11000">
              <a:solidFill>
                <a:srgbClr val="CC00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03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CC0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endParaRPr sz="11000">
              <a:solidFill>
                <a:srgbClr val="CC00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04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CC0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their</a:t>
            </a:r>
            <a:endParaRPr sz="11000">
              <a:solidFill>
                <a:srgbClr val="CC00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05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CC0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want</a:t>
            </a:r>
            <a:endParaRPr sz="11000">
              <a:solidFill>
                <a:srgbClr val="CC00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06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CC0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there</a:t>
            </a:r>
            <a:endParaRPr sz="11000">
              <a:solidFill>
                <a:srgbClr val="CC00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07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CC0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endParaRPr sz="11000">
              <a:solidFill>
                <a:srgbClr val="CC00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08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CC0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which</a:t>
            </a:r>
            <a:endParaRPr sz="11000">
              <a:solidFill>
                <a:srgbClr val="CC00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09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Pink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Words</a:t>
            </a:r>
            <a:endParaRPr sz="11000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10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sz="11000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11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five</a:t>
            </a:r>
            <a:endParaRPr sz="11000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12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sz="11000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13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saw</a:t>
            </a:r>
            <a:endParaRPr sz="11000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14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am</a:t>
            </a:r>
            <a:endParaRPr sz="11000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15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fly</a:t>
            </a:r>
            <a:endParaRPr sz="11000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16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boy</a:t>
            </a:r>
            <a:endParaRPr sz="11000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17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girl</a:t>
            </a:r>
            <a:endParaRPr sz="11000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18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play</a:t>
            </a:r>
            <a:endParaRPr sz="11000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19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sit</a:t>
            </a:r>
            <a:endParaRPr sz="11000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20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day</a:t>
            </a:r>
            <a:endParaRPr sz="11000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21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good</a:t>
            </a:r>
            <a:endParaRPr sz="11000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22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ran</a:t>
            </a:r>
            <a:endParaRPr sz="11000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23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 sz="11000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24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eat</a:t>
            </a:r>
            <a:endParaRPr sz="11000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25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help</a:t>
            </a:r>
            <a:endParaRPr sz="11000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26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endParaRPr sz="11000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27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us</a:t>
            </a:r>
            <a:endParaRPr sz="11000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28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Purple Words</a:t>
            </a:r>
            <a:endParaRPr sz="11000">
              <a:solidFill>
                <a:srgbClr val="7030A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29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again</a:t>
            </a:r>
            <a:endParaRPr sz="11000">
              <a:solidFill>
                <a:srgbClr val="7030A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30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find</a:t>
            </a:r>
            <a:endParaRPr sz="11000">
              <a:solidFill>
                <a:srgbClr val="7030A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31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man</a:t>
            </a:r>
            <a:endParaRPr sz="11000">
              <a:solidFill>
                <a:srgbClr val="7030A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32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 sz="11000">
              <a:solidFill>
                <a:srgbClr val="7030A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33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ask</a:t>
            </a:r>
            <a:endParaRPr sz="11000">
              <a:solidFill>
                <a:srgbClr val="7030A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34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give</a:t>
            </a:r>
            <a:endParaRPr sz="11000">
              <a:solidFill>
                <a:srgbClr val="7030A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35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mother</a:t>
            </a:r>
            <a:endParaRPr sz="11000">
              <a:solidFill>
                <a:srgbClr val="7030A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36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these</a:t>
            </a:r>
            <a:endParaRPr sz="11000">
              <a:solidFill>
                <a:srgbClr val="7030A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37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best</a:t>
            </a:r>
            <a:endParaRPr sz="11000">
              <a:solidFill>
                <a:srgbClr val="7030A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38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how</a:t>
            </a:r>
            <a:endParaRPr sz="11000">
              <a:solidFill>
                <a:srgbClr val="7030A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39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own</a:t>
            </a:r>
            <a:endParaRPr sz="11000">
              <a:solidFill>
                <a:srgbClr val="7030A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40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too</a:t>
            </a:r>
            <a:endParaRPr sz="11000">
              <a:solidFill>
                <a:srgbClr val="7030A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41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bring</a:t>
            </a:r>
            <a:endParaRPr sz="11000">
              <a:solidFill>
                <a:srgbClr val="7030A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42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kind</a:t>
            </a:r>
            <a:endParaRPr sz="11000">
              <a:solidFill>
                <a:srgbClr val="7030A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43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room</a:t>
            </a:r>
            <a:endParaRPr sz="11000">
              <a:solidFill>
                <a:srgbClr val="7030A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44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walk</a:t>
            </a:r>
            <a:endParaRPr sz="11000">
              <a:solidFill>
                <a:srgbClr val="7030A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45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far</a:t>
            </a:r>
            <a:endParaRPr sz="11000">
              <a:solidFill>
                <a:srgbClr val="7030A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46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left</a:t>
            </a:r>
            <a:endParaRPr sz="11000">
              <a:solidFill>
                <a:srgbClr val="7030A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47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say</a:t>
            </a:r>
            <a:endParaRPr sz="11000">
              <a:solidFill>
                <a:srgbClr val="7030A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48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wish</a:t>
            </a:r>
            <a:endParaRPr sz="11000">
              <a:solidFill>
                <a:srgbClr val="7030A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149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Aqua Words</a:t>
            </a:r>
            <a:endParaRPr sz="110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50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work</a:t>
            </a:r>
            <a:endParaRPr sz="110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51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school</a:t>
            </a:r>
            <a:endParaRPr sz="110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52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let</a:t>
            </a:r>
            <a:endParaRPr sz="110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53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fast</a:t>
            </a:r>
            <a:endParaRPr sz="110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154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water</a:t>
            </a:r>
            <a:endParaRPr sz="110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55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round</a:t>
            </a:r>
            <a:endParaRPr sz="110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56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tree</a:t>
            </a:r>
            <a:endParaRPr sz="110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157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people</a:t>
            </a:r>
            <a:endParaRPr sz="110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158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hand</a:t>
            </a:r>
            <a:endParaRPr sz="110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59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bird</a:t>
            </a:r>
            <a:endParaRPr sz="110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60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thing</a:t>
            </a:r>
            <a:endParaRPr sz="110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61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night</a:t>
            </a:r>
            <a:endParaRPr sz="110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62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going</a:t>
            </a:r>
            <a:endParaRPr sz="110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63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away</a:t>
            </a:r>
            <a:endParaRPr sz="110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164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take</a:t>
            </a:r>
            <a:endParaRPr sz="110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65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many</a:t>
            </a:r>
            <a:endParaRPr sz="110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66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four</a:t>
            </a:r>
            <a:endParaRPr sz="110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67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always</a:t>
            </a:r>
            <a:endParaRPr sz="110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68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dog</a:t>
            </a:r>
            <a:endParaRPr sz="110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69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keep</a:t>
            </a:r>
            <a:endParaRPr sz="11000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170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Lime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 Words</a:t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71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another</a:t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172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found</a:t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173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may</a:t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74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tell</a:t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175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bad</a:t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176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got</a:t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177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once</a:t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178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three</a:t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179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black</a:t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180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81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put</a:t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182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under</a:t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83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don’t</a:t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184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know</a:t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185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run</a:t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186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white</a:t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187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father</a:t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188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live</a:t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189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should</a:t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190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would</a:t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191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Lemon Words</a:t>
            </a:r>
            <a:endParaRPr sz="110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192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any</a:t>
            </a:r>
            <a:endParaRPr sz="110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193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because</a:t>
            </a:r>
            <a:endParaRPr sz="110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194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blue</a:t>
            </a:r>
            <a:endParaRPr sz="110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95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every</a:t>
            </a:r>
            <a:endParaRPr sz="110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196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fell</a:t>
            </a:r>
            <a:endParaRPr sz="110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197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gave</a:t>
            </a:r>
            <a:endParaRPr sz="110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98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green</a:t>
            </a:r>
            <a:endParaRPr sz="110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199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house</a:t>
            </a:r>
            <a:endParaRPr sz="110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200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last</a:t>
            </a:r>
            <a:endParaRPr sz="110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201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long</a:t>
            </a:r>
            <a:endParaRPr sz="110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202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morning</a:t>
            </a:r>
            <a:endParaRPr sz="110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203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open</a:t>
            </a:r>
            <a:endParaRPr sz="110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204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endParaRPr sz="110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205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sat</a:t>
            </a:r>
            <a:endParaRPr sz="110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206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soon</a:t>
            </a:r>
            <a:endParaRPr sz="110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207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than</a:t>
            </a:r>
            <a:endParaRPr sz="110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208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sz="110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209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very</a:t>
            </a:r>
            <a:endParaRPr sz="110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210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year</a:t>
            </a:r>
            <a:endParaRPr sz="110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211"/>
          <p:cNvSpPr txBox="1"/>
          <p:nvPr>
            <p:ph idx="1" type="body"/>
          </p:nvPr>
        </p:nvSpPr>
        <p:spPr>
          <a:xfrm>
            <a:off x="311700" y="534147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1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why</a:t>
            </a:r>
            <a:endParaRPr sz="11000"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212"/>
          <p:cNvSpPr/>
          <p:nvPr/>
        </p:nvSpPr>
        <p:spPr>
          <a:xfrm>
            <a:off x="880533" y="790222"/>
            <a:ext cx="7360356" cy="352213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EE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2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Pearl Words</a:t>
            </a:r>
            <a:endParaRPr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2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red</a:t>
            </a:r>
            <a:endParaRPr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2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month</a:t>
            </a:r>
            <a:br>
              <a:rPr lang="en-GB"/>
            </a:br>
            <a:endParaRPr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2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blue</a:t>
            </a:r>
            <a:endParaRPr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2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week</a:t>
            </a:r>
            <a:endParaRPr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2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green</a:t>
            </a:r>
            <a:endParaRPr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hour</a:t>
            </a:r>
            <a:endParaRPr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2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black</a:t>
            </a:r>
            <a:endParaRPr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2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minute</a:t>
            </a:r>
            <a:endParaRPr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2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white</a:t>
            </a:r>
            <a:endParaRPr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2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second</a:t>
            </a:r>
            <a:endParaRPr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orange</a:t>
            </a:r>
            <a:endParaRPr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2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ten</a:t>
            </a:r>
            <a:endParaRPr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2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yellow</a:t>
            </a:r>
            <a:endParaRPr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2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nine</a:t>
            </a:r>
            <a:endParaRPr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2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brown</a:t>
            </a:r>
            <a:endParaRPr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2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eight</a:t>
            </a:r>
            <a:endParaRPr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2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brown</a:t>
            </a:r>
            <a:endParaRPr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2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seven</a:t>
            </a:r>
            <a:endParaRPr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2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light</a:t>
            </a:r>
            <a:endParaRPr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six</a:t>
            </a:r>
            <a:endParaRPr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2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dark</a:t>
            </a:r>
            <a:endParaRPr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234"/>
          <p:cNvSpPr/>
          <p:nvPr/>
        </p:nvSpPr>
        <p:spPr>
          <a:xfrm>
            <a:off x="722489" y="564444"/>
            <a:ext cx="7755467" cy="409786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39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2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Sapphire </a:t>
            </a:r>
            <a:br>
              <a:rPr lang="en-GB" sz="11000"/>
            </a:br>
            <a:r>
              <a:rPr lang="en-GB" sz="11000"/>
              <a:t>Words</a:t>
            </a:r>
            <a:endParaRPr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2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0070C0"/>
                </a:solidFill>
              </a:rPr>
              <a:t>sound</a:t>
            </a:r>
            <a:endParaRPr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2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0070C0"/>
                </a:solidFill>
              </a:rPr>
              <a:t>list</a:t>
            </a:r>
            <a:endParaRPr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2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0070C0"/>
                </a:solidFill>
              </a:rPr>
              <a:t>letter</a:t>
            </a:r>
            <a:endParaRPr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2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0070C0"/>
                </a:solidFill>
              </a:rPr>
              <a:t>spell</a:t>
            </a:r>
            <a:endParaRPr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2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0070C0"/>
                </a:solidFill>
              </a:rPr>
              <a:t>word</a:t>
            </a:r>
            <a:endParaRPr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2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0070C0"/>
                </a:solidFill>
              </a:rPr>
              <a:t>learn</a:t>
            </a:r>
            <a:endParaRPr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2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0070C0"/>
                </a:solidFill>
              </a:rPr>
              <a:t>sentence</a:t>
            </a:r>
            <a:endParaRPr/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2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0070C0"/>
                </a:solidFill>
              </a:rPr>
              <a:t>study</a:t>
            </a:r>
            <a:endParaRPr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2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0070C0"/>
                </a:solidFill>
              </a:rPr>
              <a:t>line</a:t>
            </a:r>
            <a:endParaRPr/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2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0070C0"/>
                </a:solidFill>
              </a:rPr>
              <a:t>class</a:t>
            </a:r>
            <a:endParaRPr/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2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0070C0"/>
                </a:solidFill>
              </a:rPr>
              <a:t>book</a:t>
            </a:r>
            <a:endParaRPr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2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0070C0"/>
                </a:solidFill>
              </a:rPr>
              <a:t>draw</a:t>
            </a:r>
            <a:endParaRPr/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2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0070C0"/>
                </a:solidFill>
              </a:rPr>
              <a:t>story</a:t>
            </a:r>
            <a:endParaRPr/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24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0070C0"/>
                </a:solidFill>
              </a:rPr>
              <a:t>hold</a:t>
            </a:r>
            <a:endParaRPr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2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0070C0"/>
                </a:solidFill>
              </a:rPr>
              <a:t>picture</a:t>
            </a:r>
            <a:endParaRPr/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2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0070C0"/>
                </a:solidFill>
              </a:rPr>
              <a:t>end</a:t>
            </a:r>
            <a:endParaRPr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25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0070C0"/>
                </a:solidFill>
              </a:rPr>
              <a:t>page</a:t>
            </a:r>
            <a:endParaRPr/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25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0070C0"/>
                </a:solidFill>
              </a:rPr>
              <a:t>start</a:t>
            </a:r>
            <a:endParaRPr/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25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0070C0"/>
                </a:solidFill>
              </a:rPr>
              <a:t>paper</a:t>
            </a:r>
            <a:endParaRPr/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25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0070C0"/>
                </a:solidFill>
              </a:rPr>
              <a:t>front</a:t>
            </a:r>
            <a:endParaRPr/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255"/>
          <p:cNvSpPr/>
          <p:nvPr/>
        </p:nvSpPr>
        <p:spPr>
          <a:xfrm>
            <a:off x="598311" y="519289"/>
            <a:ext cx="8128000" cy="425591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25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/>
              <a:t>Ruby </a:t>
            </a:r>
            <a:br>
              <a:rPr lang="en-GB" sz="11000"/>
            </a:br>
            <a:r>
              <a:rPr lang="en-GB" sz="11000"/>
              <a:t>Words</a:t>
            </a:r>
            <a:endParaRPr/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25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C00000"/>
                </a:solidFill>
              </a:rPr>
              <a:t>mum</a:t>
            </a:r>
            <a:endParaRPr/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25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C00000"/>
                </a:solidFill>
              </a:rPr>
              <a:t>feet</a:t>
            </a:r>
            <a:endParaRPr/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25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C00000"/>
                </a:solidFill>
              </a:rPr>
              <a:t>dad</a:t>
            </a:r>
            <a:endParaRPr/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25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C00000"/>
                </a:solidFill>
              </a:rPr>
              <a:t>leg</a:t>
            </a:r>
            <a:endParaRPr/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26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C00000"/>
                </a:solidFill>
              </a:rPr>
              <a:t>baby</a:t>
            </a:r>
            <a:endParaRPr/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26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C00000"/>
                </a:solidFill>
              </a:rPr>
              <a:t>eye</a:t>
            </a:r>
            <a:endParaRPr/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26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C00000"/>
                </a:solidFill>
              </a:rPr>
              <a:t>sister</a:t>
            </a:r>
            <a:endParaRPr/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26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C00000"/>
                </a:solidFill>
              </a:rPr>
              <a:t>face</a:t>
            </a:r>
            <a:endParaRPr/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26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C00000"/>
                </a:solidFill>
              </a:rPr>
              <a:t>brother</a:t>
            </a:r>
            <a:endParaRPr/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26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C00000"/>
                </a:solidFill>
              </a:rPr>
              <a:t>body</a:t>
            </a:r>
            <a:endParaRPr/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26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C00000"/>
                </a:solidFill>
              </a:rPr>
              <a:t>family</a:t>
            </a:r>
            <a:endParaRPr/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26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C00000"/>
                </a:solidFill>
              </a:rPr>
              <a:t>friend</a:t>
            </a:r>
            <a:endParaRPr/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26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C00000"/>
                </a:solidFill>
              </a:rPr>
              <a:t>children</a:t>
            </a:r>
            <a:endParaRPr/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26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C00000"/>
                </a:solidFill>
              </a:rPr>
              <a:t>heart</a:t>
            </a:r>
            <a:endParaRPr/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27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C00000"/>
                </a:solidFill>
              </a:rPr>
              <a:t>kids</a:t>
            </a:r>
            <a:endParaRPr/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27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C00000"/>
                </a:solidFill>
              </a:rPr>
              <a:t>love</a:t>
            </a:r>
            <a:endParaRPr/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27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C00000"/>
                </a:solidFill>
              </a:rPr>
              <a:t>men</a:t>
            </a:r>
            <a:endParaRPr/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27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C00000"/>
                </a:solidFill>
              </a:rPr>
              <a:t>person</a:t>
            </a:r>
            <a:endParaRPr/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27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C00000"/>
                </a:solidFill>
              </a:rPr>
              <a:t>love</a:t>
            </a:r>
            <a:endParaRPr/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27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C00000"/>
                </a:solidFill>
              </a:rPr>
              <a:t>women</a:t>
            </a:r>
            <a:endParaRPr/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27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C00000"/>
                </a:solidFill>
              </a:rPr>
              <a:t>parent</a:t>
            </a:r>
            <a:endParaRPr/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27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rgbClr val="009999"/>
                </a:solidFill>
              </a:rPr>
              <a:t>Jade Words</a:t>
            </a:r>
            <a:endParaRPr/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27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5"/>
                </a:solidFill>
              </a:rPr>
              <a:t>space</a:t>
            </a:r>
            <a:endParaRPr/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27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5"/>
                </a:solidFill>
              </a:rPr>
              <a:t>cold</a:t>
            </a:r>
            <a:endParaRPr/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28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5"/>
                </a:solidFill>
              </a:rPr>
              <a:t>earth</a:t>
            </a:r>
            <a:endParaRPr/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28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5"/>
                </a:solidFill>
              </a:rPr>
              <a:t>hot</a:t>
            </a:r>
            <a:endParaRPr/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28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5"/>
                </a:solidFill>
              </a:rPr>
              <a:t>moon</a:t>
            </a:r>
            <a:endParaRPr/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28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5"/>
                </a:solidFill>
              </a:rPr>
              <a:t>fire</a:t>
            </a:r>
            <a:endParaRPr/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28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5"/>
                </a:solidFill>
              </a:rPr>
              <a:t>sun</a:t>
            </a:r>
            <a:endParaRPr/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28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5"/>
                </a:solidFill>
              </a:rPr>
              <a:t>air</a:t>
            </a:r>
            <a:endParaRPr/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28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5"/>
                </a:solidFill>
              </a:rPr>
              <a:t>star</a:t>
            </a:r>
            <a:endParaRPr/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28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5"/>
                </a:solidFill>
              </a:rPr>
              <a:t>wind</a:t>
            </a:r>
            <a:endParaRPr/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28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5"/>
                </a:solidFill>
              </a:rPr>
              <a:t>world</a:t>
            </a:r>
            <a:endParaRPr/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28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5"/>
                </a:solidFill>
              </a:rPr>
              <a:t>rain</a:t>
            </a:r>
            <a:endParaRPr/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29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5"/>
                </a:solidFill>
              </a:rPr>
              <a:t>sea</a:t>
            </a:r>
            <a:endParaRPr/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29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5"/>
                </a:solidFill>
              </a:rPr>
              <a:t>field</a:t>
            </a:r>
            <a:endParaRPr/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29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5"/>
                </a:solidFill>
              </a:rPr>
              <a:t>land</a:t>
            </a:r>
            <a:endParaRPr/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29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5"/>
                </a:solidFill>
              </a:rPr>
              <a:t>grow</a:t>
            </a:r>
            <a:endParaRPr/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29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5"/>
                </a:solidFill>
              </a:rPr>
              <a:t>ground</a:t>
            </a:r>
            <a:endParaRPr/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29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5"/>
                </a:solidFill>
              </a:rPr>
              <a:t>flower</a:t>
            </a:r>
            <a:endParaRPr/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29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5"/>
                </a:solidFill>
              </a:rPr>
              <a:t>sky</a:t>
            </a:r>
            <a:endParaRPr/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29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5"/>
                </a:solidFill>
              </a:rPr>
              <a:t>plant</a:t>
            </a:r>
            <a:endParaRPr/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29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4"/>
                </a:solidFill>
              </a:rPr>
              <a:t>Amber Words</a:t>
            </a:r>
            <a:endParaRPr/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29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4"/>
                </a:solidFill>
              </a:rPr>
              <a:t>fun</a:t>
            </a:r>
            <a:endParaRPr/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30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4"/>
                </a:solidFill>
              </a:rPr>
              <a:t>spring</a:t>
            </a:r>
            <a:endParaRPr/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30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4"/>
                </a:solidFill>
              </a:rPr>
              <a:t>game</a:t>
            </a:r>
            <a:endParaRPr/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30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4"/>
                </a:solidFill>
              </a:rPr>
              <a:t>winter</a:t>
            </a:r>
            <a:endParaRPr/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30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4"/>
                </a:solidFill>
              </a:rPr>
              <a:t>bike</a:t>
            </a:r>
            <a:endParaRPr/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30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4"/>
                </a:solidFill>
              </a:rPr>
              <a:t>autumn</a:t>
            </a:r>
            <a:endParaRPr/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30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4"/>
                </a:solidFill>
              </a:rPr>
              <a:t>ride</a:t>
            </a:r>
            <a:endParaRPr/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30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4"/>
                </a:solidFill>
              </a:rPr>
              <a:t>summer</a:t>
            </a:r>
            <a:endParaRPr/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30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4"/>
                </a:solidFill>
              </a:rPr>
              <a:t>race</a:t>
            </a:r>
            <a:endParaRPr/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30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4"/>
                </a:solidFill>
              </a:rPr>
              <a:t>season</a:t>
            </a:r>
            <a:endParaRPr/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30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4"/>
                </a:solidFill>
              </a:rPr>
              <a:t>ball</a:t>
            </a:r>
            <a:endParaRPr/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3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4"/>
                </a:solidFill>
              </a:rPr>
              <a:t>watch</a:t>
            </a:r>
            <a:endParaRPr/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3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4"/>
                </a:solidFill>
              </a:rPr>
              <a:t>happy</a:t>
            </a:r>
            <a:endParaRPr/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3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4"/>
                </a:solidFill>
              </a:rPr>
              <a:t>together</a:t>
            </a:r>
            <a:endParaRPr/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3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4"/>
                </a:solidFill>
              </a:rPr>
              <a:t>party</a:t>
            </a:r>
            <a:endParaRPr/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3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4"/>
                </a:solidFill>
              </a:rPr>
              <a:t>beautiful</a:t>
            </a:r>
            <a:endParaRPr/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3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4"/>
                </a:solidFill>
              </a:rPr>
              <a:t>doll</a:t>
            </a:r>
            <a:endParaRPr/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3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4"/>
                </a:solidFill>
              </a:rPr>
              <a:t>music</a:t>
            </a:r>
            <a:endParaRPr/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3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4"/>
                </a:solidFill>
              </a:rPr>
              <a:t>toy</a:t>
            </a:r>
            <a:endParaRPr/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3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000">
                <a:solidFill>
                  <a:schemeClr val="accent4"/>
                </a:solidFill>
              </a:rPr>
              <a:t>song</a:t>
            </a:r>
            <a:endParaRPr/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3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Numerals</a:t>
            </a:r>
            <a:endParaRPr/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3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20000"/>
              <a:t>1</a:t>
            </a:r>
            <a:endParaRPr/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3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20000"/>
              <a:t>20</a:t>
            </a:r>
            <a:endParaRPr/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3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20000"/>
              <a:t>5</a:t>
            </a:r>
            <a:endParaRPr/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3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20000"/>
              <a:t>16</a:t>
            </a:r>
            <a:endParaRPr/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3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20000"/>
              <a:t>2</a:t>
            </a:r>
            <a:endParaRPr/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3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20000"/>
              <a:t>19</a:t>
            </a:r>
            <a:endParaRPr/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3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20000"/>
              <a:t>17</a:t>
            </a:r>
            <a:endParaRPr/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3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20000"/>
              <a:t>4</a:t>
            </a:r>
            <a:endParaRPr/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3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20000"/>
              <a:t>3</a:t>
            </a:r>
            <a:endParaRPr/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3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20000"/>
              <a:t>18</a:t>
            </a:r>
            <a:endParaRPr/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3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20000"/>
              <a:t>6</a:t>
            </a:r>
            <a:endParaRPr/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3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20000"/>
              <a:t>15</a:t>
            </a:r>
            <a:endParaRPr/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p3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20000"/>
              <a:t>11</a:t>
            </a:r>
            <a:endParaRPr/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p3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20000"/>
              <a:t>10</a:t>
            </a:r>
            <a:endParaRPr/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3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20000"/>
              <a:t>7</a:t>
            </a:r>
            <a:endParaRPr/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3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20000"/>
              <a:t>14</a:t>
            </a:r>
            <a:endParaRPr/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3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20000"/>
              <a:t>12</a:t>
            </a:r>
            <a:endParaRPr/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3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20000"/>
              <a:t>9</a:t>
            </a:r>
            <a:endParaRPr/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p3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20000"/>
              <a:t>13</a:t>
            </a:r>
            <a:endParaRPr/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3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20000"/>
              <a:t>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liam gomez-kervin</dc:creator>
</cp:coreProperties>
</file>