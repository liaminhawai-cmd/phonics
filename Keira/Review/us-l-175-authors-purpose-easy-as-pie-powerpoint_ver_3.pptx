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8" r:id="rId2"/>
    <p:sldId id="264" r:id="rId3"/>
    <p:sldId id="275" r:id="rId4"/>
    <p:sldId id="277" r:id="rId5"/>
    <p:sldId id="276" r:id="rId6"/>
    <p:sldId id="278" r:id="rId7"/>
    <p:sldId id="279" r:id="rId8"/>
    <p:sldId id="280" r:id="rId9"/>
    <p:sldId id="281" r:id="rId10"/>
    <p:sldId id="267" r:id="rId11"/>
  </p:sldIdLst>
  <p:sldSz cx="9144000" cy="6858000" type="screen4x3"/>
  <p:notesSz cx="6858000" cy="9144000"/>
  <p:embeddedFontLst>
    <p:embeddedFont>
      <p:font typeface="Twinkl" pitchFamily="2" charset="0"/>
      <p:regular r:id="rId14"/>
      <p:bold r:id="rId15"/>
    </p:embeddedFont>
    <p:embeddedFont>
      <p:font typeface="Twinkl SemiBold" pitchFamily="2" charset="0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4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5420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490"/>
    <a:srgbClr val="F08215"/>
    <a:srgbClr val="FBDEC1"/>
    <a:srgbClr val="FEECBE"/>
    <a:srgbClr val="FCC53A"/>
    <a:srgbClr val="FEF0CE"/>
    <a:srgbClr val="F8C99A"/>
    <a:srgbClr val="F39F4B"/>
    <a:srgbClr val="F9B104"/>
    <a:srgbClr val="F180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506" y="108"/>
      </p:cViewPr>
      <p:guideLst>
        <p:guide orient="horz" pos="2160"/>
        <p:guide pos="2880"/>
        <p:guide pos="340"/>
        <p:guide orient="horz" pos="3974"/>
        <p:guide pos="5420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21/11/2019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21/11/2019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twinkl.com/resources/usa-resources/second-grade-usa/english-language-arts-second-grade-usa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twinkl.com/resources/usa-resources/second-grade-usa/english-language-arts-second-grade-us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  <p:sp>
        <p:nvSpPr>
          <p:cNvPr id="2" name="Rectangle 1">
            <a:hlinkClick r:id="rId4"/>
          </p:cNvPr>
          <p:cNvSpPr/>
          <p:nvPr userDrawn="1"/>
        </p:nvSpPr>
        <p:spPr>
          <a:xfrm>
            <a:off x="4137660" y="5561814"/>
            <a:ext cx="868680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497" y="5734211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 userDrawn="1"/>
        </p:nvSpPr>
        <p:spPr>
          <a:xfrm>
            <a:off x="4137660" y="3152488"/>
            <a:ext cx="868680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88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91981" y="3602765"/>
            <a:ext cx="7548181" cy="2552700"/>
          </a:xfrm>
          <a:prstGeom prst="rect">
            <a:avLst/>
          </a:prstGeom>
          <a:solidFill>
            <a:srgbClr val="F082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91980" y="1562100"/>
            <a:ext cx="7548181" cy="2552700"/>
          </a:xfrm>
          <a:prstGeom prst="rect">
            <a:avLst/>
          </a:prstGeom>
          <a:solidFill>
            <a:srgbClr val="FEE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ounded Rectangle 2"/>
          <p:cNvSpPr/>
          <p:nvPr/>
        </p:nvSpPr>
        <p:spPr>
          <a:xfrm>
            <a:off x="2525999" y="1846513"/>
            <a:ext cx="3883024" cy="854246"/>
          </a:xfrm>
          <a:prstGeom prst="roundRect">
            <a:avLst/>
          </a:prstGeom>
          <a:solidFill>
            <a:srgbClr val="FCC5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68000" tIns="108000" rIns="108000" bIns="108000" rtlCol="0" anchor="ctr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An author’s purpose explains why the author wrote the text.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08215"/>
                </a:solidFill>
                <a:latin typeface="+mn-lt"/>
              </a:rPr>
              <a:t>What is “Author’s Purpose</a:t>
            </a:r>
            <a:r>
              <a:rPr lang="en-GB" sz="3600" dirty="0">
                <a:solidFill>
                  <a:srgbClr val="F08215"/>
                </a:solidFill>
              </a:rPr>
              <a:t>?</a:t>
            </a:r>
            <a:r>
              <a:rPr lang="en-GB" sz="3600" dirty="0">
                <a:solidFill>
                  <a:srgbClr val="F08215"/>
                </a:solidFill>
                <a:latin typeface="+mn-lt"/>
              </a:rPr>
              <a:t>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6546" y="4337161"/>
            <a:ext cx="5484271" cy="854246"/>
          </a:xfrm>
          <a:prstGeom prst="roundRect">
            <a:avLst/>
          </a:prstGeom>
          <a:solidFill>
            <a:srgbClr val="F8C4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540000" bIns="108000" rtlCol="0" anchor="ctr">
            <a:spAutoFit/>
          </a:bodyPr>
          <a:lstStyle/>
          <a:p>
            <a:pPr algn="r"/>
            <a:r>
              <a:rPr lang="en-GB" dirty="0">
                <a:solidFill>
                  <a:schemeClr val="tx1"/>
                </a:solidFill>
              </a:rPr>
              <a:t>It is what the author was hoping the reader would get from reading his or her writing.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18" y="1397626"/>
            <a:ext cx="2951918" cy="25241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894" y="3577795"/>
            <a:ext cx="2129576" cy="25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54" y="1342239"/>
            <a:ext cx="7983693" cy="4938927"/>
          </a:xfrm>
          <a:prstGeom prst="rect">
            <a:avLst/>
          </a:prstGeom>
        </p:spPr>
      </p:pic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08215"/>
                </a:solidFill>
                <a:latin typeface="+mn-lt"/>
              </a:rPr>
              <a:t>Author’s Purpose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914" y="1638839"/>
            <a:ext cx="2250856" cy="30379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700" y="1616455"/>
            <a:ext cx="2127369" cy="31849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689" y="3746911"/>
            <a:ext cx="3841145" cy="226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5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3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08215"/>
                </a:solidFill>
                <a:latin typeface="+mn-lt"/>
              </a:rPr>
              <a:t>Persuade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3362737" y="2560893"/>
            <a:ext cx="2396914" cy="3673233"/>
            <a:chOff x="3362737" y="2560893"/>
            <a:chExt cx="2396914" cy="3673233"/>
          </a:xfrm>
        </p:grpSpPr>
        <p:grpSp>
          <p:nvGrpSpPr>
            <p:cNvPr id="24" name="Group 23"/>
            <p:cNvGrpSpPr/>
            <p:nvPr/>
          </p:nvGrpSpPr>
          <p:grpSpPr>
            <a:xfrm>
              <a:off x="3362737" y="2560893"/>
              <a:ext cx="2396913" cy="3068382"/>
              <a:chOff x="3362737" y="2007908"/>
              <a:chExt cx="2396913" cy="3068382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3362737" y="2007908"/>
                <a:ext cx="2396913" cy="3068382"/>
              </a:xfrm>
              <a:prstGeom prst="roundRect">
                <a:avLst>
                  <a:gd name="adj" fmla="val 0"/>
                </a:avLst>
              </a:prstGeom>
              <a:solidFill>
                <a:srgbClr val="FEF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94545" y="2676544"/>
                <a:ext cx="2154910" cy="1606003"/>
              </a:xfrm>
              <a:prstGeom prst="roundRect">
                <a:avLst>
                  <a:gd name="adj" fmla="val 10143"/>
                </a:avLst>
              </a:prstGeom>
            </p:spPr>
          </p:pic>
        </p:grpSp>
        <p:sp>
          <p:nvSpPr>
            <p:cNvPr id="28" name="Rounded Rectangle 27"/>
            <p:cNvSpPr/>
            <p:nvPr/>
          </p:nvSpPr>
          <p:spPr>
            <a:xfrm>
              <a:off x="3362739" y="5386617"/>
              <a:ext cx="2396912" cy="847509"/>
            </a:xfrm>
            <a:prstGeom prst="roundRect">
              <a:avLst/>
            </a:prstGeom>
            <a:solidFill>
              <a:srgbClr val="F082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winkl SemiBold" pitchFamily="2" charset="0"/>
                </a:rPr>
                <a:t>billboards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063487" y="2560893"/>
            <a:ext cx="2418527" cy="3679970"/>
            <a:chOff x="6063487" y="2560893"/>
            <a:chExt cx="2418527" cy="3679970"/>
          </a:xfrm>
        </p:grpSpPr>
        <p:grpSp>
          <p:nvGrpSpPr>
            <p:cNvPr id="31" name="Group 30"/>
            <p:cNvGrpSpPr/>
            <p:nvPr/>
          </p:nvGrpSpPr>
          <p:grpSpPr>
            <a:xfrm>
              <a:off x="6063487" y="2560893"/>
              <a:ext cx="2396912" cy="3068382"/>
              <a:chOff x="6063487" y="2765452"/>
              <a:chExt cx="2396912" cy="3068382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6063487" y="2765452"/>
                <a:ext cx="2396912" cy="3068382"/>
              </a:xfrm>
              <a:prstGeom prst="roundRect">
                <a:avLst>
                  <a:gd name="adj" fmla="val 1566"/>
                </a:avLst>
              </a:prstGeom>
              <a:solidFill>
                <a:srgbClr val="FEF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96472" y="3037450"/>
                <a:ext cx="1553513" cy="2315600"/>
              </a:xfrm>
              <a:prstGeom prst="rect">
                <a:avLst/>
              </a:prstGeom>
            </p:spPr>
          </p:pic>
        </p:grpSp>
        <p:sp>
          <p:nvSpPr>
            <p:cNvPr id="29" name="Rounded Rectangle 28"/>
            <p:cNvSpPr/>
            <p:nvPr/>
          </p:nvSpPr>
          <p:spPr>
            <a:xfrm>
              <a:off x="6067144" y="5386617"/>
              <a:ext cx="2414870" cy="854246"/>
            </a:xfrm>
            <a:prstGeom prst="roundRect">
              <a:avLst/>
            </a:prstGeom>
            <a:solidFill>
              <a:srgbClr val="F082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winkl SemiBold" pitchFamily="2" charset="0"/>
                </a:rPr>
                <a:t>presidential </a:t>
              </a:r>
              <a:r>
                <a:rPr lang="en-US" altLang="en-US">
                  <a:solidFill>
                    <a:schemeClr val="tx1"/>
                  </a:solidFill>
                  <a:latin typeface="Twinkl SemiBold" pitchFamily="2" charset="0"/>
                </a:rPr>
                <a:t>campaign speeches</a:t>
              </a:r>
              <a:endParaRPr lang="en-US" altLang="en-US" dirty="0">
                <a:solidFill>
                  <a:schemeClr val="tx1"/>
                </a:solidFill>
                <a:latin typeface="Twinkl SemiBold" pitchFamily="2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24709" y="2560892"/>
            <a:ext cx="2470013" cy="3673234"/>
            <a:chOff x="624709" y="2560892"/>
            <a:chExt cx="2470013" cy="3673234"/>
          </a:xfrm>
        </p:grpSpPr>
        <p:sp>
          <p:nvSpPr>
            <p:cNvPr id="15" name="Rounded Rectangle 14"/>
            <p:cNvSpPr/>
            <p:nvPr/>
          </p:nvSpPr>
          <p:spPr>
            <a:xfrm>
              <a:off x="661989" y="2560892"/>
              <a:ext cx="2396912" cy="2944557"/>
            </a:xfrm>
            <a:prstGeom prst="roundRect">
              <a:avLst>
                <a:gd name="adj" fmla="val 2758"/>
              </a:avLst>
            </a:prstGeom>
            <a:solidFill>
              <a:srgbClr val="FEF0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24709" y="5386617"/>
              <a:ext cx="2470013" cy="847509"/>
            </a:xfrm>
            <a:prstGeom prst="roundRect">
              <a:avLst/>
            </a:prstGeom>
            <a:solidFill>
              <a:srgbClr val="F082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winkl SemiBold" pitchFamily="2" charset="0"/>
                </a:rPr>
                <a:t>commercials</a:t>
              </a: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845" y="3269680"/>
              <a:ext cx="2189200" cy="1525702"/>
            </a:xfrm>
            <a:prstGeom prst="rect">
              <a:avLst/>
            </a:prstGeom>
          </p:spPr>
        </p:pic>
      </p:grpSp>
      <p:sp>
        <p:nvSpPr>
          <p:cNvPr id="19" name="Rounded Rectangle 18"/>
          <p:cNvSpPr/>
          <p:nvPr/>
        </p:nvSpPr>
        <p:spPr>
          <a:xfrm>
            <a:off x="661988" y="1331977"/>
            <a:ext cx="7820025" cy="948740"/>
          </a:xfrm>
          <a:prstGeom prst="roundRect">
            <a:avLst/>
          </a:prstGeom>
          <a:solidFill>
            <a:srgbClr val="FCC5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dirty="0">
                <a:solidFill>
                  <a:schemeClr val="tx1"/>
                </a:solidFill>
              </a:rPr>
              <a:t>Sometimes authors write to try to persuade the reader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to do something or believe what he or she is writing about.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8888" y="2178292"/>
            <a:ext cx="2125737" cy="54777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tx1"/>
                </a:solidFill>
                <a:latin typeface="Twinkl SemiBold" pitchFamily="2" charset="0"/>
              </a:rPr>
              <a:t>Examples include: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45" y="556616"/>
            <a:ext cx="975334" cy="146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/>
          <p:cNvGrpSpPr/>
          <p:nvPr/>
        </p:nvGrpSpPr>
        <p:grpSpPr>
          <a:xfrm>
            <a:off x="624709" y="2560892"/>
            <a:ext cx="2470013" cy="3673234"/>
            <a:chOff x="624709" y="2560892"/>
            <a:chExt cx="2470013" cy="3673234"/>
          </a:xfrm>
        </p:grpSpPr>
        <p:grpSp>
          <p:nvGrpSpPr>
            <p:cNvPr id="36" name="Group 35"/>
            <p:cNvGrpSpPr/>
            <p:nvPr/>
          </p:nvGrpSpPr>
          <p:grpSpPr>
            <a:xfrm>
              <a:off x="624709" y="2560892"/>
              <a:ext cx="2470013" cy="3673234"/>
              <a:chOff x="624709" y="2560892"/>
              <a:chExt cx="2470013" cy="3673234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661989" y="2560892"/>
                <a:ext cx="2396912" cy="2944557"/>
              </a:xfrm>
              <a:prstGeom prst="roundRect">
                <a:avLst>
                  <a:gd name="adj" fmla="val 2758"/>
                </a:avLst>
              </a:prstGeom>
              <a:solidFill>
                <a:srgbClr val="FEF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624709" y="5386617"/>
                <a:ext cx="2470013" cy="847509"/>
              </a:xfrm>
              <a:prstGeom prst="roundRect">
                <a:avLst/>
              </a:prstGeom>
              <a:solidFill>
                <a:srgbClr val="F082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en-US" dirty="0">
                    <a:solidFill>
                      <a:schemeClr val="tx1"/>
                    </a:solidFill>
                    <a:latin typeface="Twinkl SemiBold" pitchFamily="2" charset="0"/>
                  </a:rPr>
                  <a:t>a thesaurus</a:t>
                </a:r>
              </a:p>
            </p:txBody>
          </p:sp>
        </p:grp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7" y="3186576"/>
              <a:ext cx="1941835" cy="1693185"/>
            </a:xfrm>
            <a:prstGeom prst="rect">
              <a:avLst/>
            </a:prstGeom>
          </p:spPr>
        </p:pic>
      </p:grpSp>
      <p:grpSp>
        <p:nvGrpSpPr>
          <p:cNvPr id="47" name="Group 46"/>
          <p:cNvGrpSpPr/>
          <p:nvPr/>
        </p:nvGrpSpPr>
        <p:grpSpPr>
          <a:xfrm>
            <a:off x="3362737" y="2560893"/>
            <a:ext cx="2396914" cy="3673233"/>
            <a:chOff x="3362737" y="2560893"/>
            <a:chExt cx="2396914" cy="3673233"/>
          </a:xfrm>
        </p:grpSpPr>
        <p:grpSp>
          <p:nvGrpSpPr>
            <p:cNvPr id="37" name="Group 36"/>
            <p:cNvGrpSpPr/>
            <p:nvPr/>
          </p:nvGrpSpPr>
          <p:grpSpPr>
            <a:xfrm>
              <a:off x="3362737" y="2560893"/>
              <a:ext cx="2396914" cy="3673233"/>
              <a:chOff x="3362737" y="2560893"/>
              <a:chExt cx="2396914" cy="367323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3362737" y="2560893"/>
                <a:ext cx="2396913" cy="3068382"/>
              </a:xfrm>
              <a:prstGeom prst="roundRect">
                <a:avLst>
                  <a:gd name="adj" fmla="val 0"/>
                </a:avLst>
              </a:prstGeom>
              <a:solidFill>
                <a:srgbClr val="FEF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3362739" y="5386617"/>
                <a:ext cx="2396912" cy="847509"/>
              </a:xfrm>
              <a:prstGeom prst="roundRect">
                <a:avLst/>
              </a:prstGeom>
              <a:solidFill>
                <a:srgbClr val="F082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en-US" dirty="0">
                    <a:solidFill>
                      <a:schemeClr val="tx1"/>
                    </a:solidFill>
                    <a:latin typeface="Twinkl SemiBold" pitchFamily="2" charset="0"/>
                  </a:rPr>
                  <a:t>non-fiction books</a:t>
                </a:r>
              </a:p>
            </p:txBody>
          </p:sp>
        </p:grpSp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3333" y="2912690"/>
              <a:ext cx="1437333" cy="2240959"/>
            </a:xfrm>
            <a:prstGeom prst="rect">
              <a:avLst/>
            </a:prstGeom>
          </p:spPr>
        </p:pic>
      </p:grpSp>
      <p:grpSp>
        <p:nvGrpSpPr>
          <p:cNvPr id="46" name="Group 45"/>
          <p:cNvGrpSpPr/>
          <p:nvPr/>
        </p:nvGrpSpPr>
        <p:grpSpPr>
          <a:xfrm>
            <a:off x="6063487" y="2560893"/>
            <a:ext cx="2418527" cy="3673233"/>
            <a:chOff x="6063487" y="2560893"/>
            <a:chExt cx="2418527" cy="3673233"/>
          </a:xfrm>
        </p:grpSpPr>
        <p:grpSp>
          <p:nvGrpSpPr>
            <p:cNvPr id="38" name="Group 37"/>
            <p:cNvGrpSpPr/>
            <p:nvPr/>
          </p:nvGrpSpPr>
          <p:grpSpPr>
            <a:xfrm>
              <a:off x="6063487" y="2560893"/>
              <a:ext cx="2418527" cy="3673233"/>
              <a:chOff x="6063487" y="2560893"/>
              <a:chExt cx="2418527" cy="3673233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6063487" y="2560893"/>
                <a:ext cx="2396912" cy="3068382"/>
              </a:xfrm>
              <a:prstGeom prst="roundRect">
                <a:avLst>
                  <a:gd name="adj" fmla="val 1566"/>
                </a:avLst>
              </a:prstGeom>
              <a:solidFill>
                <a:srgbClr val="FEF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6067144" y="5386618"/>
                <a:ext cx="2414870" cy="847508"/>
              </a:xfrm>
              <a:prstGeom prst="roundRect">
                <a:avLst/>
              </a:prstGeom>
              <a:solidFill>
                <a:srgbClr val="F082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en-US" dirty="0">
                    <a:solidFill>
                      <a:schemeClr val="tx1"/>
                    </a:solidFill>
                    <a:latin typeface="Twinkl SemiBold" pitchFamily="2" charset="0"/>
                  </a:rPr>
                  <a:t>newspaper articles</a:t>
                </a:r>
              </a:p>
            </p:txBody>
          </p:sp>
        </p:grpSp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5077" y="3259523"/>
              <a:ext cx="2193731" cy="1428465"/>
            </a:xfrm>
            <a:prstGeom prst="rect">
              <a:avLst/>
            </a:prstGeom>
          </p:spPr>
        </p:pic>
      </p:grp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08215"/>
                </a:solidFill>
                <a:latin typeface="+mn-lt"/>
              </a:rPr>
              <a:t>Inform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1988" y="1312927"/>
            <a:ext cx="7820025" cy="948740"/>
          </a:xfrm>
          <a:prstGeom prst="roundRect">
            <a:avLst/>
          </a:prstGeom>
          <a:solidFill>
            <a:srgbClr val="FCC5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dirty="0">
                <a:solidFill>
                  <a:schemeClr val="tx1"/>
                </a:solidFill>
              </a:rPr>
              <a:t>Other times, an author may write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to share information about a topic with the reader.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8888" y="2168767"/>
            <a:ext cx="2125737" cy="54777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tx1"/>
                </a:solidFill>
                <a:latin typeface="Twinkl SemiBold" pitchFamily="2" charset="0"/>
              </a:rPr>
              <a:t>Examples include: 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454" y="679501"/>
            <a:ext cx="974120" cy="131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7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08215"/>
                </a:solidFill>
                <a:latin typeface="+mn-lt"/>
              </a:rPr>
              <a:t>Entertain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1988" y="1312927"/>
            <a:ext cx="7820025" cy="948740"/>
          </a:xfrm>
          <a:prstGeom prst="roundRect">
            <a:avLst/>
          </a:prstGeom>
          <a:solidFill>
            <a:srgbClr val="FCC5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dirty="0">
                <a:solidFill>
                  <a:schemeClr val="tx1"/>
                </a:solidFill>
              </a:rPr>
              <a:t>Some authors write to entertain the reader.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This may be to tell an interesting story or to make the reader laugh.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8888" y="2168767"/>
            <a:ext cx="2125737" cy="54777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tx1"/>
                </a:solidFill>
                <a:latin typeface="Twinkl SemiBold" pitchFamily="2" charset="0"/>
              </a:rPr>
              <a:t>Examples include: 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8" y="734108"/>
            <a:ext cx="1671545" cy="98349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624709" y="2560892"/>
            <a:ext cx="2470013" cy="3673234"/>
            <a:chOff x="624709" y="2560892"/>
            <a:chExt cx="2470013" cy="3673234"/>
          </a:xfrm>
        </p:grpSpPr>
        <p:grpSp>
          <p:nvGrpSpPr>
            <p:cNvPr id="36" name="Group 35"/>
            <p:cNvGrpSpPr/>
            <p:nvPr/>
          </p:nvGrpSpPr>
          <p:grpSpPr>
            <a:xfrm>
              <a:off x="624709" y="2560892"/>
              <a:ext cx="2470013" cy="3673234"/>
              <a:chOff x="624709" y="2560892"/>
              <a:chExt cx="2470013" cy="3673234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661989" y="2560892"/>
                <a:ext cx="2396912" cy="2944557"/>
              </a:xfrm>
              <a:prstGeom prst="roundRect">
                <a:avLst>
                  <a:gd name="adj" fmla="val 2758"/>
                </a:avLst>
              </a:prstGeom>
              <a:solidFill>
                <a:srgbClr val="FEF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624709" y="5386617"/>
                <a:ext cx="2470013" cy="847509"/>
              </a:xfrm>
              <a:prstGeom prst="roundRect">
                <a:avLst/>
              </a:prstGeom>
              <a:solidFill>
                <a:srgbClr val="F082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en-US" dirty="0">
                    <a:solidFill>
                      <a:schemeClr val="tx1"/>
                    </a:solidFill>
                    <a:latin typeface="Twinkl SemiBold" pitchFamily="2" charset="0"/>
                  </a:rPr>
                  <a:t>fiction books</a:t>
                </a:r>
              </a:p>
            </p:txBody>
          </p:sp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512" y="3228937"/>
              <a:ext cx="1786406" cy="1613618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3362737" y="2560893"/>
            <a:ext cx="2396914" cy="3673233"/>
            <a:chOff x="3362737" y="2560893"/>
            <a:chExt cx="2396914" cy="3673233"/>
          </a:xfrm>
        </p:grpSpPr>
        <p:grpSp>
          <p:nvGrpSpPr>
            <p:cNvPr id="37" name="Group 36"/>
            <p:cNvGrpSpPr/>
            <p:nvPr/>
          </p:nvGrpSpPr>
          <p:grpSpPr>
            <a:xfrm>
              <a:off x="3362737" y="2560893"/>
              <a:ext cx="2396914" cy="3673233"/>
              <a:chOff x="3362737" y="2560893"/>
              <a:chExt cx="2396914" cy="367323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3362737" y="2560893"/>
                <a:ext cx="2396913" cy="3068382"/>
              </a:xfrm>
              <a:prstGeom prst="roundRect">
                <a:avLst>
                  <a:gd name="adj" fmla="val 0"/>
                </a:avLst>
              </a:prstGeom>
              <a:solidFill>
                <a:srgbClr val="FEF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3362739" y="5386617"/>
                <a:ext cx="2396912" cy="847509"/>
              </a:xfrm>
              <a:prstGeom prst="roundRect">
                <a:avLst/>
              </a:prstGeom>
              <a:solidFill>
                <a:srgbClr val="F082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en-US" dirty="0">
                    <a:solidFill>
                      <a:schemeClr val="tx1"/>
                    </a:solidFill>
                    <a:latin typeface="Twinkl SemiBold" pitchFamily="2" charset="0"/>
                  </a:rPr>
                  <a:t>mysteries</a:t>
                </a:r>
              </a:p>
            </p:txBody>
          </p:sp>
        </p:grp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6799" y="3053612"/>
              <a:ext cx="1708788" cy="1840287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6063487" y="2560893"/>
            <a:ext cx="2418527" cy="3673233"/>
            <a:chOff x="6063487" y="2560893"/>
            <a:chExt cx="2418527" cy="3673233"/>
          </a:xfrm>
        </p:grpSpPr>
        <p:grpSp>
          <p:nvGrpSpPr>
            <p:cNvPr id="38" name="Group 37"/>
            <p:cNvGrpSpPr/>
            <p:nvPr/>
          </p:nvGrpSpPr>
          <p:grpSpPr>
            <a:xfrm>
              <a:off x="6063487" y="2560893"/>
              <a:ext cx="2418527" cy="3673233"/>
              <a:chOff x="6063487" y="2560893"/>
              <a:chExt cx="2418527" cy="3673233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6063487" y="2560893"/>
                <a:ext cx="2396912" cy="3068382"/>
              </a:xfrm>
              <a:prstGeom prst="roundRect">
                <a:avLst>
                  <a:gd name="adj" fmla="val 1566"/>
                </a:avLst>
              </a:prstGeom>
              <a:solidFill>
                <a:srgbClr val="FEF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6067144" y="5386618"/>
                <a:ext cx="2414870" cy="847508"/>
              </a:xfrm>
              <a:prstGeom prst="roundRect">
                <a:avLst/>
              </a:prstGeom>
              <a:solidFill>
                <a:srgbClr val="F082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en-US" dirty="0">
                    <a:solidFill>
                      <a:schemeClr val="tx1"/>
                    </a:solidFill>
                    <a:latin typeface="Twinkl SemiBold" pitchFamily="2" charset="0"/>
                  </a:rPr>
                  <a:t>joke books</a:t>
                </a: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0426" y="3186088"/>
              <a:ext cx="1748306" cy="15792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74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08215"/>
                </a:solidFill>
                <a:latin typeface="+mn-lt"/>
              </a:rPr>
              <a:t>What’s the Purpose?</a:t>
            </a:r>
          </a:p>
        </p:txBody>
      </p:sp>
      <p:sp>
        <p:nvSpPr>
          <p:cNvPr id="16" name="Freeform 15"/>
          <p:cNvSpPr/>
          <p:nvPr/>
        </p:nvSpPr>
        <p:spPr>
          <a:xfrm>
            <a:off x="3625850" y="1570038"/>
            <a:ext cx="4000500" cy="2865437"/>
          </a:xfrm>
          <a:custGeom>
            <a:avLst/>
            <a:gdLst>
              <a:gd name="connsiteX0" fmla="*/ 2155931 w 4411399"/>
              <a:gd name="connsiteY0" fmla="*/ 0 h 3159327"/>
              <a:gd name="connsiteX1" fmla="*/ 2466303 w 4411399"/>
              <a:gd name="connsiteY1" fmla="*/ 205729 h 3159327"/>
              <a:gd name="connsiteX2" fmla="*/ 2468421 w 4411399"/>
              <a:gd name="connsiteY2" fmla="*/ 212550 h 3159327"/>
              <a:gd name="connsiteX3" fmla="*/ 2497726 w 4411399"/>
              <a:gd name="connsiteY3" fmla="*/ 158560 h 3159327"/>
              <a:gd name="connsiteX4" fmla="*/ 2777041 w 4411399"/>
              <a:gd name="connsiteY4" fmla="*/ 10049 h 3159327"/>
              <a:gd name="connsiteX5" fmla="*/ 3087413 w 4411399"/>
              <a:gd name="connsiteY5" fmla="*/ 215778 h 3159327"/>
              <a:gd name="connsiteX6" fmla="*/ 3091192 w 4411399"/>
              <a:gd name="connsiteY6" fmla="*/ 227951 h 3159327"/>
              <a:gd name="connsiteX7" fmla="*/ 3113304 w 4411399"/>
              <a:gd name="connsiteY7" fmla="*/ 201151 h 3159327"/>
              <a:gd name="connsiteX8" fmla="*/ 3351488 w 4411399"/>
              <a:gd name="connsiteY8" fmla="*/ 102492 h 3159327"/>
              <a:gd name="connsiteX9" fmla="*/ 3688331 w 4411399"/>
              <a:gd name="connsiteY9" fmla="*/ 439335 h 3159327"/>
              <a:gd name="connsiteX10" fmla="*/ 3686946 w 4411399"/>
              <a:gd name="connsiteY10" fmla="*/ 453076 h 3159327"/>
              <a:gd name="connsiteX11" fmla="*/ 3724574 w 4411399"/>
              <a:gd name="connsiteY11" fmla="*/ 441396 h 3159327"/>
              <a:gd name="connsiteX12" fmla="*/ 3792459 w 4411399"/>
              <a:gd name="connsiteY12" fmla="*/ 434552 h 3159327"/>
              <a:gd name="connsiteX13" fmla="*/ 4129302 w 4411399"/>
              <a:gd name="connsiteY13" fmla="*/ 771395 h 3159327"/>
              <a:gd name="connsiteX14" fmla="*/ 4122459 w 4411399"/>
              <a:gd name="connsiteY14" fmla="*/ 839281 h 3159327"/>
              <a:gd name="connsiteX15" fmla="*/ 4107054 w 4411399"/>
              <a:gd name="connsiteY15" fmla="*/ 888906 h 3159327"/>
              <a:gd name="connsiteX16" fmla="*/ 4142442 w 4411399"/>
              <a:gd name="connsiteY16" fmla="*/ 892474 h 3159327"/>
              <a:gd name="connsiteX17" fmla="*/ 4411399 w 4411399"/>
              <a:gd name="connsiteY17" fmla="*/ 1222473 h 3159327"/>
              <a:gd name="connsiteX18" fmla="*/ 4312740 w 4411399"/>
              <a:gd name="connsiteY18" fmla="*/ 1460657 h 3159327"/>
              <a:gd name="connsiteX19" fmla="*/ 4276422 w 4411399"/>
              <a:gd name="connsiteY19" fmla="*/ 1490622 h 3159327"/>
              <a:gd name="connsiteX20" fmla="*/ 4311329 w 4411399"/>
              <a:gd name="connsiteY20" fmla="*/ 1519423 h 3159327"/>
              <a:gd name="connsiteX21" fmla="*/ 4409988 w 4411399"/>
              <a:gd name="connsiteY21" fmla="*/ 1757607 h 3159327"/>
              <a:gd name="connsiteX22" fmla="*/ 4204260 w 4411399"/>
              <a:gd name="connsiteY22" fmla="*/ 2067979 h 3159327"/>
              <a:gd name="connsiteX23" fmla="*/ 4181834 w 4411399"/>
              <a:gd name="connsiteY23" fmla="*/ 2074941 h 3159327"/>
              <a:gd name="connsiteX24" fmla="*/ 4200397 w 4411399"/>
              <a:gd name="connsiteY24" fmla="*/ 2097438 h 3159327"/>
              <a:gd name="connsiteX25" fmla="*/ 4257924 w 4411399"/>
              <a:gd name="connsiteY25" fmla="*/ 2285770 h 3159327"/>
              <a:gd name="connsiteX26" fmla="*/ 3921081 w 4411399"/>
              <a:gd name="connsiteY26" fmla="*/ 2622613 h 3159327"/>
              <a:gd name="connsiteX27" fmla="*/ 3853196 w 4411399"/>
              <a:gd name="connsiteY27" fmla="*/ 2615770 h 3159327"/>
              <a:gd name="connsiteX28" fmla="*/ 3814032 w 4411399"/>
              <a:gd name="connsiteY28" fmla="*/ 2603613 h 3159327"/>
              <a:gd name="connsiteX29" fmla="*/ 3815834 w 4411399"/>
              <a:gd name="connsiteY29" fmla="*/ 2621487 h 3159327"/>
              <a:gd name="connsiteX30" fmla="*/ 3478991 w 4411399"/>
              <a:gd name="connsiteY30" fmla="*/ 2958330 h 3159327"/>
              <a:gd name="connsiteX31" fmla="*/ 3240807 w 4411399"/>
              <a:gd name="connsiteY31" fmla="*/ 2859671 h 3159327"/>
              <a:gd name="connsiteX32" fmla="*/ 3234397 w 4411399"/>
              <a:gd name="connsiteY32" fmla="*/ 2851901 h 3159327"/>
              <a:gd name="connsiteX33" fmla="*/ 3221212 w 4411399"/>
              <a:gd name="connsiteY33" fmla="*/ 2894374 h 3159327"/>
              <a:gd name="connsiteX34" fmla="*/ 2910840 w 4411399"/>
              <a:gd name="connsiteY34" fmla="*/ 3100102 h 3159327"/>
              <a:gd name="connsiteX35" fmla="*/ 2672656 w 4411399"/>
              <a:gd name="connsiteY35" fmla="*/ 3001443 h 3159327"/>
              <a:gd name="connsiteX36" fmla="*/ 2651372 w 4411399"/>
              <a:gd name="connsiteY36" fmla="*/ 2975646 h 3159327"/>
              <a:gd name="connsiteX37" fmla="*/ 2632282 w 4411399"/>
              <a:gd name="connsiteY37" fmla="*/ 3010816 h 3159327"/>
              <a:gd name="connsiteX38" fmla="*/ 2352966 w 4411399"/>
              <a:gd name="connsiteY38" fmla="*/ 3159327 h 3159327"/>
              <a:gd name="connsiteX39" fmla="*/ 2114782 w 4411399"/>
              <a:gd name="connsiteY39" fmla="*/ 3060668 h 3159327"/>
              <a:gd name="connsiteX40" fmla="*/ 2074810 w 4411399"/>
              <a:gd name="connsiteY40" fmla="*/ 3012221 h 3159327"/>
              <a:gd name="connsiteX41" fmla="*/ 2043129 w 4411399"/>
              <a:gd name="connsiteY41" fmla="*/ 3050619 h 3159327"/>
              <a:gd name="connsiteX42" fmla="*/ 1804945 w 4411399"/>
              <a:gd name="connsiteY42" fmla="*/ 3149278 h 3159327"/>
              <a:gd name="connsiteX43" fmla="*/ 1494573 w 4411399"/>
              <a:gd name="connsiteY43" fmla="*/ 2943550 h 3159327"/>
              <a:gd name="connsiteX44" fmla="*/ 1493697 w 4411399"/>
              <a:gd name="connsiteY44" fmla="*/ 2940729 h 3159327"/>
              <a:gd name="connsiteX45" fmla="*/ 1485056 w 4411399"/>
              <a:gd name="connsiteY45" fmla="*/ 2951202 h 3159327"/>
              <a:gd name="connsiteX46" fmla="*/ 1246872 w 4411399"/>
              <a:gd name="connsiteY46" fmla="*/ 3049861 h 3159327"/>
              <a:gd name="connsiteX47" fmla="*/ 916872 w 4411399"/>
              <a:gd name="connsiteY47" fmla="*/ 2780904 h 3159327"/>
              <a:gd name="connsiteX48" fmla="*/ 910977 w 4411399"/>
              <a:gd name="connsiteY48" fmla="*/ 2722425 h 3159327"/>
              <a:gd name="connsiteX49" fmla="*/ 905551 w 4411399"/>
              <a:gd name="connsiteY49" fmla="*/ 2725370 h 3159327"/>
              <a:gd name="connsiteX50" fmla="*/ 774437 w 4411399"/>
              <a:gd name="connsiteY50" fmla="*/ 2751841 h 3159327"/>
              <a:gd name="connsiteX51" fmla="*/ 437594 w 4411399"/>
              <a:gd name="connsiteY51" fmla="*/ 2414998 h 3159327"/>
              <a:gd name="connsiteX52" fmla="*/ 444437 w 4411399"/>
              <a:gd name="connsiteY52" fmla="*/ 2347113 h 3159327"/>
              <a:gd name="connsiteX53" fmla="*/ 449850 w 4411399"/>
              <a:gd name="connsiteY53" fmla="*/ 2329676 h 3159327"/>
              <a:gd name="connsiteX54" fmla="*/ 425072 w 4411399"/>
              <a:gd name="connsiteY54" fmla="*/ 2332174 h 3159327"/>
              <a:gd name="connsiteX55" fmla="*/ 88229 w 4411399"/>
              <a:gd name="connsiteY55" fmla="*/ 1995331 h 3159327"/>
              <a:gd name="connsiteX56" fmla="*/ 186888 w 4411399"/>
              <a:gd name="connsiteY56" fmla="*/ 1757147 h 3159327"/>
              <a:gd name="connsiteX57" fmla="*/ 212834 w 4411399"/>
              <a:gd name="connsiteY57" fmla="*/ 1735740 h 3159327"/>
              <a:gd name="connsiteX58" fmla="*/ 205729 w 4411399"/>
              <a:gd name="connsiteY58" fmla="*/ 1733534 h 3159327"/>
              <a:gd name="connsiteX59" fmla="*/ 0 w 4411399"/>
              <a:gd name="connsiteY59" fmla="*/ 1423162 h 3159327"/>
              <a:gd name="connsiteX60" fmla="*/ 268957 w 4411399"/>
              <a:gd name="connsiteY60" fmla="*/ 1093163 h 3159327"/>
              <a:gd name="connsiteX61" fmla="*/ 282031 w 4411399"/>
              <a:gd name="connsiteY61" fmla="*/ 1091845 h 3159327"/>
              <a:gd name="connsiteX62" fmla="*/ 275118 w 4411399"/>
              <a:gd name="connsiteY62" fmla="*/ 1086141 h 3159327"/>
              <a:gd name="connsiteX63" fmla="*/ 176459 w 4411399"/>
              <a:gd name="connsiteY63" fmla="*/ 847957 h 3159327"/>
              <a:gd name="connsiteX64" fmla="*/ 513302 w 4411399"/>
              <a:gd name="connsiteY64" fmla="*/ 511114 h 3159327"/>
              <a:gd name="connsiteX65" fmla="*/ 597484 w 4411399"/>
              <a:gd name="connsiteY65" fmla="*/ 521719 h 3159327"/>
              <a:gd name="connsiteX66" fmla="*/ 669438 w 4411399"/>
              <a:gd name="connsiteY66" fmla="*/ 550029 h 3159327"/>
              <a:gd name="connsiteX67" fmla="*/ 675917 w 4411399"/>
              <a:gd name="connsiteY67" fmla="*/ 485756 h 3159327"/>
              <a:gd name="connsiteX68" fmla="*/ 1005917 w 4411399"/>
              <a:gd name="connsiteY68" fmla="*/ 216798 h 3159327"/>
              <a:gd name="connsiteX69" fmla="*/ 1194249 w 4411399"/>
              <a:gd name="connsiteY69" fmla="*/ 274325 h 3159327"/>
              <a:gd name="connsiteX70" fmla="*/ 1229296 w 4411399"/>
              <a:gd name="connsiteY70" fmla="*/ 303241 h 3159327"/>
              <a:gd name="connsiteX71" fmla="*/ 1248270 w 4411399"/>
              <a:gd name="connsiteY71" fmla="*/ 242116 h 3159327"/>
              <a:gd name="connsiteX72" fmla="*/ 1558642 w 4411399"/>
              <a:gd name="connsiteY72" fmla="*/ 36387 h 3159327"/>
              <a:gd name="connsiteX73" fmla="*/ 1837958 w 4411399"/>
              <a:gd name="connsiteY73" fmla="*/ 184898 h 3159327"/>
              <a:gd name="connsiteX74" fmla="*/ 1847412 w 4411399"/>
              <a:gd name="connsiteY74" fmla="*/ 202315 h 3159327"/>
              <a:gd name="connsiteX75" fmla="*/ 1876616 w 4411399"/>
              <a:gd name="connsiteY75" fmla="*/ 148511 h 3159327"/>
              <a:gd name="connsiteX76" fmla="*/ 2155931 w 4411399"/>
              <a:gd name="connsiteY76" fmla="*/ 0 h 3159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4411399" h="3159327">
                <a:moveTo>
                  <a:pt x="2155931" y="0"/>
                </a:moveTo>
                <a:cubicBezTo>
                  <a:pt x="2295456" y="0"/>
                  <a:pt x="2415168" y="84831"/>
                  <a:pt x="2466303" y="205729"/>
                </a:cubicBezTo>
                <a:lnTo>
                  <a:pt x="2468421" y="212550"/>
                </a:lnTo>
                <a:lnTo>
                  <a:pt x="2497726" y="158560"/>
                </a:lnTo>
                <a:cubicBezTo>
                  <a:pt x="2558259" y="68959"/>
                  <a:pt x="2660771" y="10049"/>
                  <a:pt x="2777041" y="10049"/>
                </a:cubicBezTo>
                <a:cubicBezTo>
                  <a:pt x="2916566" y="10049"/>
                  <a:pt x="3036278" y="94880"/>
                  <a:pt x="3087413" y="215778"/>
                </a:cubicBezTo>
                <a:lnTo>
                  <a:pt x="3091192" y="227951"/>
                </a:lnTo>
                <a:lnTo>
                  <a:pt x="3113304" y="201151"/>
                </a:lnTo>
                <a:cubicBezTo>
                  <a:pt x="3174261" y="140194"/>
                  <a:pt x="3258472" y="102492"/>
                  <a:pt x="3351488" y="102492"/>
                </a:cubicBezTo>
                <a:cubicBezTo>
                  <a:pt x="3537521" y="102492"/>
                  <a:pt x="3688331" y="253302"/>
                  <a:pt x="3688331" y="439335"/>
                </a:cubicBezTo>
                <a:lnTo>
                  <a:pt x="3686946" y="453076"/>
                </a:lnTo>
                <a:lnTo>
                  <a:pt x="3724574" y="441396"/>
                </a:lnTo>
                <a:cubicBezTo>
                  <a:pt x="3746501" y="436909"/>
                  <a:pt x="3769205" y="434552"/>
                  <a:pt x="3792459" y="434552"/>
                </a:cubicBezTo>
                <a:cubicBezTo>
                  <a:pt x="3978492" y="434552"/>
                  <a:pt x="4129302" y="585362"/>
                  <a:pt x="4129302" y="771395"/>
                </a:cubicBezTo>
                <a:cubicBezTo>
                  <a:pt x="4129302" y="794649"/>
                  <a:pt x="4126946" y="817353"/>
                  <a:pt x="4122459" y="839281"/>
                </a:cubicBezTo>
                <a:lnTo>
                  <a:pt x="4107054" y="888906"/>
                </a:lnTo>
                <a:lnTo>
                  <a:pt x="4142442" y="892474"/>
                </a:lnTo>
                <a:cubicBezTo>
                  <a:pt x="4295935" y="923883"/>
                  <a:pt x="4411399" y="1059694"/>
                  <a:pt x="4411399" y="1222473"/>
                </a:cubicBezTo>
                <a:cubicBezTo>
                  <a:pt x="4411399" y="1315490"/>
                  <a:pt x="4373697" y="1399700"/>
                  <a:pt x="4312740" y="1460657"/>
                </a:cubicBezTo>
                <a:lnTo>
                  <a:pt x="4276422" y="1490622"/>
                </a:lnTo>
                <a:lnTo>
                  <a:pt x="4311329" y="1519423"/>
                </a:lnTo>
                <a:cubicBezTo>
                  <a:pt x="4372286" y="1580380"/>
                  <a:pt x="4409988" y="1664591"/>
                  <a:pt x="4409988" y="1757607"/>
                </a:cubicBezTo>
                <a:cubicBezTo>
                  <a:pt x="4409988" y="1897132"/>
                  <a:pt x="4325158" y="2016844"/>
                  <a:pt x="4204260" y="2067979"/>
                </a:cubicBezTo>
                <a:lnTo>
                  <a:pt x="4181834" y="2074941"/>
                </a:lnTo>
                <a:lnTo>
                  <a:pt x="4200397" y="2097438"/>
                </a:lnTo>
                <a:cubicBezTo>
                  <a:pt x="4236717" y="2151199"/>
                  <a:pt x="4257924" y="2216008"/>
                  <a:pt x="4257924" y="2285770"/>
                </a:cubicBezTo>
                <a:cubicBezTo>
                  <a:pt x="4257924" y="2471803"/>
                  <a:pt x="4107114" y="2622613"/>
                  <a:pt x="3921081" y="2622613"/>
                </a:cubicBezTo>
                <a:cubicBezTo>
                  <a:pt x="3897827" y="2622613"/>
                  <a:pt x="3875123" y="2620257"/>
                  <a:pt x="3853196" y="2615770"/>
                </a:cubicBezTo>
                <a:lnTo>
                  <a:pt x="3814032" y="2603613"/>
                </a:lnTo>
                <a:lnTo>
                  <a:pt x="3815834" y="2621487"/>
                </a:lnTo>
                <a:cubicBezTo>
                  <a:pt x="3815834" y="2807520"/>
                  <a:pt x="3665024" y="2958330"/>
                  <a:pt x="3478991" y="2958330"/>
                </a:cubicBezTo>
                <a:cubicBezTo>
                  <a:pt x="3385975" y="2958330"/>
                  <a:pt x="3301764" y="2920628"/>
                  <a:pt x="3240807" y="2859671"/>
                </a:cubicBezTo>
                <a:lnTo>
                  <a:pt x="3234397" y="2851901"/>
                </a:lnTo>
                <a:lnTo>
                  <a:pt x="3221212" y="2894374"/>
                </a:lnTo>
                <a:cubicBezTo>
                  <a:pt x="3170077" y="3015272"/>
                  <a:pt x="3050365" y="3100102"/>
                  <a:pt x="2910840" y="3100102"/>
                </a:cubicBezTo>
                <a:cubicBezTo>
                  <a:pt x="2817824" y="3100102"/>
                  <a:pt x="2733613" y="3062400"/>
                  <a:pt x="2672656" y="3001443"/>
                </a:cubicBezTo>
                <a:lnTo>
                  <a:pt x="2651372" y="2975646"/>
                </a:lnTo>
                <a:lnTo>
                  <a:pt x="2632282" y="3010816"/>
                </a:lnTo>
                <a:cubicBezTo>
                  <a:pt x="2571749" y="3100417"/>
                  <a:pt x="2469237" y="3159327"/>
                  <a:pt x="2352966" y="3159327"/>
                </a:cubicBezTo>
                <a:cubicBezTo>
                  <a:pt x="2259950" y="3159327"/>
                  <a:pt x="2175739" y="3121625"/>
                  <a:pt x="2114782" y="3060668"/>
                </a:cubicBezTo>
                <a:lnTo>
                  <a:pt x="2074810" y="3012221"/>
                </a:lnTo>
                <a:lnTo>
                  <a:pt x="2043129" y="3050619"/>
                </a:lnTo>
                <a:cubicBezTo>
                  <a:pt x="1982172" y="3111576"/>
                  <a:pt x="1897962" y="3149278"/>
                  <a:pt x="1804945" y="3149278"/>
                </a:cubicBezTo>
                <a:cubicBezTo>
                  <a:pt x="1665420" y="3149278"/>
                  <a:pt x="1545709" y="3064448"/>
                  <a:pt x="1494573" y="2943550"/>
                </a:cubicBezTo>
                <a:lnTo>
                  <a:pt x="1493697" y="2940729"/>
                </a:lnTo>
                <a:lnTo>
                  <a:pt x="1485056" y="2951202"/>
                </a:lnTo>
                <a:cubicBezTo>
                  <a:pt x="1424100" y="3012159"/>
                  <a:pt x="1339889" y="3049861"/>
                  <a:pt x="1246872" y="3049861"/>
                </a:cubicBezTo>
                <a:cubicBezTo>
                  <a:pt x="1084093" y="3049861"/>
                  <a:pt x="948282" y="2934397"/>
                  <a:pt x="916872" y="2780904"/>
                </a:cubicBezTo>
                <a:lnTo>
                  <a:pt x="910977" y="2722425"/>
                </a:lnTo>
                <a:lnTo>
                  <a:pt x="905551" y="2725370"/>
                </a:lnTo>
                <a:cubicBezTo>
                  <a:pt x="865252" y="2742416"/>
                  <a:pt x="820945" y="2751841"/>
                  <a:pt x="774437" y="2751841"/>
                </a:cubicBezTo>
                <a:cubicBezTo>
                  <a:pt x="588404" y="2751841"/>
                  <a:pt x="437594" y="2601031"/>
                  <a:pt x="437594" y="2414998"/>
                </a:cubicBezTo>
                <a:cubicBezTo>
                  <a:pt x="437594" y="2391744"/>
                  <a:pt x="439950" y="2369040"/>
                  <a:pt x="444437" y="2347113"/>
                </a:cubicBezTo>
                <a:lnTo>
                  <a:pt x="449850" y="2329676"/>
                </a:lnTo>
                <a:lnTo>
                  <a:pt x="425072" y="2332174"/>
                </a:lnTo>
                <a:cubicBezTo>
                  <a:pt x="239039" y="2332174"/>
                  <a:pt x="88229" y="2181364"/>
                  <a:pt x="88229" y="1995331"/>
                </a:cubicBezTo>
                <a:cubicBezTo>
                  <a:pt x="88229" y="1902315"/>
                  <a:pt x="125931" y="1818104"/>
                  <a:pt x="186888" y="1757147"/>
                </a:cubicBezTo>
                <a:lnTo>
                  <a:pt x="212834" y="1735740"/>
                </a:lnTo>
                <a:lnTo>
                  <a:pt x="205729" y="1733534"/>
                </a:lnTo>
                <a:cubicBezTo>
                  <a:pt x="84831" y="1682399"/>
                  <a:pt x="0" y="1562687"/>
                  <a:pt x="0" y="1423162"/>
                </a:cubicBezTo>
                <a:cubicBezTo>
                  <a:pt x="0" y="1260383"/>
                  <a:pt x="115464" y="1124572"/>
                  <a:pt x="268957" y="1093163"/>
                </a:cubicBezTo>
                <a:lnTo>
                  <a:pt x="282031" y="1091845"/>
                </a:lnTo>
                <a:lnTo>
                  <a:pt x="275118" y="1086141"/>
                </a:lnTo>
                <a:cubicBezTo>
                  <a:pt x="214161" y="1025184"/>
                  <a:pt x="176459" y="940974"/>
                  <a:pt x="176459" y="847957"/>
                </a:cubicBezTo>
                <a:cubicBezTo>
                  <a:pt x="176459" y="661924"/>
                  <a:pt x="327269" y="511114"/>
                  <a:pt x="513302" y="511114"/>
                </a:cubicBezTo>
                <a:cubicBezTo>
                  <a:pt x="542370" y="511114"/>
                  <a:pt x="570577" y="514796"/>
                  <a:pt x="597484" y="521719"/>
                </a:cubicBezTo>
                <a:lnTo>
                  <a:pt x="669438" y="550029"/>
                </a:lnTo>
                <a:lnTo>
                  <a:pt x="675917" y="485756"/>
                </a:lnTo>
                <a:cubicBezTo>
                  <a:pt x="707327" y="332262"/>
                  <a:pt x="843138" y="216798"/>
                  <a:pt x="1005917" y="216798"/>
                </a:cubicBezTo>
                <a:cubicBezTo>
                  <a:pt x="1075679" y="216798"/>
                  <a:pt x="1140489" y="238006"/>
                  <a:pt x="1194249" y="274325"/>
                </a:cubicBezTo>
                <a:lnTo>
                  <a:pt x="1229296" y="303241"/>
                </a:lnTo>
                <a:lnTo>
                  <a:pt x="1248270" y="242116"/>
                </a:lnTo>
                <a:cubicBezTo>
                  <a:pt x="1299406" y="121218"/>
                  <a:pt x="1419118" y="36387"/>
                  <a:pt x="1558642" y="36387"/>
                </a:cubicBezTo>
                <a:cubicBezTo>
                  <a:pt x="1674913" y="36387"/>
                  <a:pt x="1777425" y="95297"/>
                  <a:pt x="1837958" y="184898"/>
                </a:cubicBezTo>
                <a:lnTo>
                  <a:pt x="1847412" y="202315"/>
                </a:lnTo>
                <a:lnTo>
                  <a:pt x="1876616" y="148511"/>
                </a:lnTo>
                <a:cubicBezTo>
                  <a:pt x="1937149" y="58910"/>
                  <a:pt x="2039661" y="0"/>
                  <a:pt x="2155931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Ins="36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I love learning about dinosaurs. I want to write an article that is full of facts about dinosaurs, so others can read and learn about them. </a:t>
            </a:r>
            <a:r>
              <a:rPr lang="en-US" b="1" dirty="0">
                <a:solidFill>
                  <a:srgbClr val="000000"/>
                </a:solidFill>
              </a:rPr>
              <a:t>What is my purpose?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7" name="Oval 16"/>
          <p:cNvSpPr/>
          <p:nvPr/>
        </p:nvSpPr>
        <p:spPr>
          <a:xfrm>
            <a:off x="2622550" y="2752725"/>
            <a:ext cx="80963" cy="809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8" name="Oval 17"/>
          <p:cNvSpPr/>
          <p:nvPr/>
        </p:nvSpPr>
        <p:spPr>
          <a:xfrm>
            <a:off x="2889250" y="2667000"/>
            <a:ext cx="115888" cy="1158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9" name="Oval 18"/>
          <p:cNvSpPr/>
          <p:nvPr/>
        </p:nvSpPr>
        <p:spPr>
          <a:xfrm>
            <a:off x="3227388" y="2581275"/>
            <a:ext cx="160337" cy="1619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38" y="2743200"/>
            <a:ext cx="3078112" cy="348106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235" y="1403401"/>
            <a:ext cx="2660749" cy="359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08215"/>
                </a:solidFill>
                <a:latin typeface="+mn-lt"/>
              </a:rPr>
              <a:t>What’s the Purpose?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6" y="2792412"/>
            <a:ext cx="3235680" cy="3546573"/>
          </a:xfrm>
          <a:prstGeom prst="rect">
            <a:avLst/>
          </a:prstGeom>
        </p:spPr>
      </p:pic>
      <p:sp>
        <p:nvSpPr>
          <p:cNvPr id="10" name="Freeform 9"/>
          <p:cNvSpPr/>
          <p:nvPr/>
        </p:nvSpPr>
        <p:spPr>
          <a:xfrm>
            <a:off x="804863" y="1571625"/>
            <a:ext cx="4627562" cy="3314700"/>
          </a:xfrm>
          <a:custGeom>
            <a:avLst/>
            <a:gdLst>
              <a:gd name="connsiteX0" fmla="*/ 2155931 w 4411399"/>
              <a:gd name="connsiteY0" fmla="*/ 0 h 3159327"/>
              <a:gd name="connsiteX1" fmla="*/ 2466303 w 4411399"/>
              <a:gd name="connsiteY1" fmla="*/ 205729 h 3159327"/>
              <a:gd name="connsiteX2" fmla="*/ 2468421 w 4411399"/>
              <a:gd name="connsiteY2" fmla="*/ 212550 h 3159327"/>
              <a:gd name="connsiteX3" fmla="*/ 2497726 w 4411399"/>
              <a:gd name="connsiteY3" fmla="*/ 158560 h 3159327"/>
              <a:gd name="connsiteX4" fmla="*/ 2777041 w 4411399"/>
              <a:gd name="connsiteY4" fmla="*/ 10049 h 3159327"/>
              <a:gd name="connsiteX5" fmla="*/ 3087413 w 4411399"/>
              <a:gd name="connsiteY5" fmla="*/ 215778 h 3159327"/>
              <a:gd name="connsiteX6" fmla="*/ 3091192 w 4411399"/>
              <a:gd name="connsiteY6" fmla="*/ 227951 h 3159327"/>
              <a:gd name="connsiteX7" fmla="*/ 3113304 w 4411399"/>
              <a:gd name="connsiteY7" fmla="*/ 201151 h 3159327"/>
              <a:gd name="connsiteX8" fmla="*/ 3351488 w 4411399"/>
              <a:gd name="connsiteY8" fmla="*/ 102492 h 3159327"/>
              <a:gd name="connsiteX9" fmla="*/ 3688331 w 4411399"/>
              <a:gd name="connsiteY9" fmla="*/ 439335 h 3159327"/>
              <a:gd name="connsiteX10" fmla="*/ 3686946 w 4411399"/>
              <a:gd name="connsiteY10" fmla="*/ 453076 h 3159327"/>
              <a:gd name="connsiteX11" fmla="*/ 3724574 w 4411399"/>
              <a:gd name="connsiteY11" fmla="*/ 441396 h 3159327"/>
              <a:gd name="connsiteX12" fmla="*/ 3792459 w 4411399"/>
              <a:gd name="connsiteY12" fmla="*/ 434552 h 3159327"/>
              <a:gd name="connsiteX13" fmla="*/ 4129302 w 4411399"/>
              <a:gd name="connsiteY13" fmla="*/ 771395 h 3159327"/>
              <a:gd name="connsiteX14" fmla="*/ 4122459 w 4411399"/>
              <a:gd name="connsiteY14" fmla="*/ 839281 h 3159327"/>
              <a:gd name="connsiteX15" fmla="*/ 4107054 w 4411399"/>
              <a:gd name="connsiteY15" fmla="*/ 888906 h 3159327"/>
              <a:gd name="connsiteX16" fmla="*/ 4142442 w 4411399"/>
              <a:gd name="connsiteY16" fmla="*/ 892474 h 3159327"/>
              <a:gd name="connsiteX17" fmla="*/ 4411399 w 4411399"/>
              <a:gd name="connsiteY17" fmla="*/ 1222473 h 3159327"/>
              <a:gd name="connsiteX18" fmla="*/ 4312740 w 4411399"/>
              <a:gd name="connsiteY18" fmla="*/ 1460657 h 3159327"/>
              <a:gd name="connsiteX19" fmla="*/ 4276422 w 4411399"/>
              <a:gd name="connsiteY19" fmla="*/ 1490622 h 3159327"/>
              <a:gd name="connsiteX20" fmla="*/ 4311329 w 4411399"/>
              <a:gd name="connsiteY20" fmla="*/ 1519423 h 3159327"/>
              <a:gd name="connsiteX21" fmla="*/ 4409988 w 4411399"/>
              <a:gd name="connsiteY21" fmla="*/ 1757607 h 3159327"/>
              <a:gd name="connsiteX22" fmla="*/ 4204260 w 4411399"/>
              <a:gd name="connsiteY22" fmla="*/ 2067979 h 3159327"/>
              <a:gd name="connsiteX23" fmla="*/ 4181834 w 4411399"/>
              <a:gd name="connsiteY23" fmla="*/ 2074941 h 3159327"/>
              <a:gd name="connsiteX24" fmla="*/ 4200397 w 4411399"/>
              <a:gd name="connsiteY24" fmla="*/ 2097438 h 3159327"/>
              <a:gd name="connsiteX25" fmla="*/ 4257924 w 4411399"/>
              <a:gd name="connsiteY25" fmla="*/ 2285770 h 3159327"/>
              <a:gd name="connsiteX26" fmla="*/ 3921081 w 4411399"/>
              <a:gd name="connsiteY26" fmla="*/ 2622613 h 3159327"/>
              <a:gd name="connsiteX27" fmla="*/ 3853196 w 4411399"/>
              <a:gd name="connsiteY27" fmla="*/ 2615770 h 3159327"/>
              <a:gd name="connsiteX28" fmla="*/ 3814032 w 4411399"/>
              <a:gd name="connsiteY28" fmla="*/ 2603613 h 3159327"/>
              <a:gd name="connsiteX29" fmla="*/ 3815834 w 4411399"/>
              <a:gd name="connsiteY29" fmla="*/ 2621487 h 3159327"/>
              <a:gd name="connsiteX30" fmla="*/ 3478991 w 4411399"/>
              <a:gd name="connsiteY30" fmla="*/ 2958330 h 3159327"/>
              <a:gd name="connsiteX31" fmla="*/ 3240807 w 4411399"/>
              <a:gd name="connsiteY31" fmla="*/ 2859671 h 3159327"/>
              <a:gd name="connsiteX32" fmla="*/ 3234397 w 4411399"/>
              <a:gd name="connsiteY32" fmla="*/ 2851901 h 3159327"/>
              <a:gd name="connsiteX33" fmla="*/ 3221212 w 4411399"/>
              <a:gd name="connsiteY33" fmla="*/ 2894374 h 3159327"/>
              <a:gd name="connsiteX34" fmla="*/ 2910840 w 4411399"/>
              <a:gd name="connsiteY34" fmla="*/ 3100102 h 3159327"/>
              <a:gd name="connsiteX35" fmla="*/ 2672656 w 4411399"/>
              <a:gd name="connsiteY35" fmla="*/ 3001443 h 3159327"/>
              <a:gd name="connsiteX36" fmla="*/ 2651372 w 4411399"/>
              <a:gd name="connsiteY36" fmla="*/ 2975646 h 3159327"/>
              <a:gd name="connsiteX37" fmla="*/ 2632282 w 4411399"/>
              <a:gd name="connsiteY37" fmla="*/ 3010816 h 3159327"/>
              <a:gd name="connsiteX38" fmla="*/ 2352966 w 4411399"/>
              <a:gd name="connsiteY38" fmla="*/ 3159327 h 3159327"/>
              <a:gd name="connsiteX39" fmla="*/ 2114782 w 4411399"/>
              <a:gd name="connsiteY39" fmla="*/ 3060668 h 3159327"/>
              <a:gd name="connsiteX40" fmla="*/ 2074810 w 4411399"/>
              <a:gd name="connsiteY40" fmla="*/ 3012221 h 3159327"/>
              <a:gd name="connsiteX41" fmla="*/ 2043129 w 4411399"/>
              <a:gd name="connsiteY41" fmla="*/ 3050619 h 3159327"/>
              <a:gd name="connsiteX42" fmla="*/ 1804945 w 4411399"/>
              <a:gd name="connsiteY42" fmla="*/ 3149278 h 3159327"/>
              <a:gd name="connsiteX43" fmla="*/ 1494573 w 4411399"/>
              <a:gd name="connsiteY43" fmla="*/ 2943550 h 3159327"/>
              <a:gd name="connsiteX44" fmla="*/ 1493697 w 4411399"/>
              <a:gd name="connsiteY44" fmla="*/ 2940729 h 3159327"/>
              <a:gd name="connsiteX45" fmla="*/ 1485056 w 4411399"/>
              <a:gd name="connsiteY45" fmla="*/ 2951202 h 3159327"/>
              <a:gd name="connsiteX46" fmla="*/ 1246872 w 4411399"/>
              <a:gd name="connsiteY46" fmla="*/ 3049861 h 3159327"/>
              <a:gd name="connsiteX47" fmla="*/ 916872 w 4411399"/>
              <a:gd name="connsiteY47" fmla="*/ 2780904 h 3159327"/>
              <a:gd name="connsiteX48" fmla="*/ 910977 w 4411399"/>
              <a:gd name="connsiteY48" fmla="*/ 2722425 h 3159327"/>
              <a:gd name="connsiteX49" fmla="*/ 905551 w 4411399"/>
              <a:gd name="connsiteY49" fmla="*/ 2725370 h 3159327"/>
              <a:gd name="connsiteX50" fmla="*/ 774437 w 4411399"/>
              <a:gd name="connsiteY50" fmla="*/ 2751841 h 3159327"/>
              <a:gd name="connsiteX51" fmla="*/ 437594 w 4411399"/>
              <a:gd name="connsiteY51" fmla="*/ 2414998 h 3159327"/>
              <a:gd name="connsiteX52" fmla="*/ 444437 w 4411399"/>
              <a:gd name="connsiteY52" fmla="*/ 2347113 h 3159327"/>
              <a:gd name="connsiteX53" fmla="*/ 449850 w 4411399"/>
              <a:gd name="connsiteY53" fmla="*/ 2329676 h 3159327"/>
              <a:gd name="connsiteX54" fmla="*/ 425072 w 4411399"/>
              <a:gd name="connsiteY54" fmla="*/ 2332174 h 3159327"/>
              <a:gd name="connsiteX55" fmla="*/ 88229 w 4411399"/>
              <a:gd name="connsiteY55" fmla="*/ 1995331 h 3159327"/>
              <a:gd name="connsiteX56" fmla="*/ 186888 w 4411399"/>
              <a:gd name="connsiteY56" fmla="*/ 1757147 h 3159327"/>
              <a:gd name="connsiteX57" fmla="*/ 212834 w 4411399"/>
              <a:gd name="connsiteY57" fmla="*/ 1735740 h 3159327"/>
              <a:gd name="connsiteX58" fmla="*/ 205729 w 4411399"/>
              <a:gd name="connsiteY58" fmla="*/ 1733534 h 3159327"/>
              <a:gd name="connsiteX59" fmla="*/ 0 w 4411399"/>
              <a:gd name="connsiteY59" fmla="*/ 1423162 h 3159327"/>
              <a:gd name="connsiteX60" fmla="*/ 268957 w 4411399"/>
              <a:gd name="connsiteY60" fmla="*/ 1093163 h 3159327"/>
              <a:gd name="connsiteX61" fmla="*/ 282031 w 4411399"/>
              <a:gd name="connsiteY61" fmla="*/ 1091845 h 3159327"/>
              <a:gd name="connsiteX62" fmla="*/ 275118 w 4411399"/>
              <a:gd name="connsiteY62" fmla="*/ 1086141 h 3159327"/>
              <a:gd name="connsiteX63" fmla="*/ 176459 w 4411399"/>
              <a:gd name="connsiteY63" fmla="*/ 847957 h 3159327"/>
              <a:gd name="connsiteX64" fmla="*/ 513302 w 4411399"/>
              <a:gd name="connsiteY64" fmla="*/ 511114 h 3159327"/>
              <a:gd name="connsiteX65" fmla="*/ 597484 w 4411399"/>
              <a:gd name="connsiteY65" fmla="*/ 521719 h 3159327"/>
              <a:gd name="connsiteX66" fmla="*/ 669438 w 4411399"/>
              <a:gd name="connsiteY66" fmla="*/ 550029 h 3159327"/>
              <a:gd name="connsiteX67" fmla="*/ 675917 w 4411399"/>
              <a:gd name="connsiteY67" fmla="*/ 485756 h 3159327"/>
              <a:gd name="connsiteX68" fmla="*/ 1005917 w 4411399"/>
              <a:gd name="connsiteY68" fmla="*/ 216798 h 3159327"/>
              <a:gd name="connsiteX69" fmla="*/ 1194249 w 4411399"/>
              <a:gd name="connsiteY69" fmla="*/ 274325 h 3159327"/>
              <a:gd name="connsiteX70" fmla="*/ 1229296 w 4411399"/>
              <a:gd name="connsiteY70" fmla="*/ 303241 h 3159327"/>
              <a:gd name="connsiteX71" fmla="*/ 1248270 w 4411399"/>
              <a:gd name="connsiteY71" fmla="*/ 242116 h 3159327"/>
              <a:gd name="connsiteX72" fmla="*/ 1558642 w 4411399"/>
              <a:gd name="connsiteY72" fmla="*/ 36387 h 3159327"/>
              <a:gd name="connsiteX73" fmla="*/ 1837958 w 4411399"/>
              <a:gd name="connsiteY73" fmla="*/ 184898 h 3159327"/>
              <a:gd name="connsiteX74" fmla="*/ 1847412 w 4411399"/>
              <a:gd name="connsiteY74" fmla="*/ 202315 h 3159327"/>
              <a:gd name="connsiteX75" fmla="*/ 1876616 w 4411399"/>
              <a:gd name="connsiteY75" fmla="*/ 148511 h 3159327"/>
              <a:gd name="connsiteX76" fmla="*/ 2155931 w 4411399"/>
              <a:gd name="connsiteY76" fmla="*/ 0 h 3159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4411399" h="3159327">
                <a:moveTo>
                  <a:pt x="2155931" y="0"/>
                </a:moveTo>
                <a:cubicBezTo>
                  <a:pt x="2295456" y="0"/>
                  <a:pt x="2415168" y="84831"/>
                  <a:pt x="2466303" y="205729"/>
                </a:cubicBezTo>
                <a:lnTo>
                  <a:pt x="2468421" y="212550"/>
                </a:lnTo>
                <a:lnTo>
                  <a:pt x="2497726" y="158560"/>
                </a:lnTo>
                <a:cubicBezTo>
                  <a:pt x="2558259" y="68959"/>
                  <a:pt x="2660771" y="10049"/>
                  <a:pt x="2777041" y="10049"/>
                </a:cubicBezTo>
                <a:cubicBezTo>
                  <a:pt x="2916566" y="10049"/>
                  <a:pt x="3036278" y="94880"/>
                  <a:pt x="3087413" y="215778"/>
                </a:cubicBezTo>
                <a:lnTo>
                  <a:pt x="3091192" y="227951"/>
                </a:lnTo>
                <a:lnTo>
                  <a:pt x="3113304" y="201151"/>
                </a:lnTo>
                <a:cubicBezTo>
                  <a:pt x="3174261" y="140194"/>
                  <a:pt x="3258472" y="102492"/>
                  <a:pt x="3351488" y="102492"/>
                </a:cubicBezTo>
                <a:cubicBezTo>
                  <a:pt x="3537521" y="102492"/>
                  <a:pt x="3688331" y="253302"/>
                  <a:pt x="3688331" y="439335"/>
                </a:cubicBezTo>
                <a:lnTo>
                  <a:pt x="3686946" y="453076"/>
                </a:lnTo>
                <a:lnTo>
                  <a:pt x="3724574" y="441396"/>
                </a:lnTo>
                <a:cubicBezTo>
                  <a:pt x="3746501" y="436909"/>
                  <a:pt x="3769205" y="434552"/>
                  <a:pt x="3792459" y="434552"/>
                </a:cubicBezTo>
                <a:cubicBezTo>
                  <a:pt x="3978492" y="434552"/>
                  <a:pt x="4129302" y="585362"/>
                  <a:pt x="4129302" y="771395"/>
                </a:cubicBezTo>
                <a:cubicBezTo>
                  <a:pt x="4129302" y="794649"/>
                  <a:pt x="4126946" y="817353"/>
                  <a:pt x="4122459" y="839281"/>
                </a:cubicBezTo>
                <a:lnTo>
                  <a:pt x="4107054" y="888906"/>
                </a:lnTo>
                <a:lnTo>
                  <a:pt x="4142442" y="892474"/>
                </a:lnTo>
                <a:cubicBezTo>
                  <a:pt x="4295935" y="923883"/>
                  <a:pt x="4411399" y="1059694"/>
                  <a:pt x="4411399" y="1222473"/>
                </a:cubicBezTo>
                <a:cubicBezTo>
                  <a:pt x="4411399" y="1315490"/>
                  <a:pt x="4373697" y="1399700"/>
                  <a:pt x="4312740" y="1460657"/>
                </a:cubicBezTo>
                <a:lnTo>
                  <a:pt x="4276422" y="1490622"/>
                </a:lnTo>
                <a:lnTo>
                  <a:pt x="4311329" y="1519423"/>
                </a:lnTo>
                <a:cubicBezTo>
                  <a:pt x="4372286" y="1580380"/>
                  <a:pt x="4409988" y="1664591"/>
                  <a:pt x="4409988" y="1757607"/>
                </a:cubicBezTo>
                <a:cubicBezTo>
                  <a:pt x="4409988" y="1897132"/>
                  <a:pt x="4325158" y="2016844"/>
                  <a:pt x="4204260" y="2067979"/>
                </a:cubicBezTo>
                <a:lnTo>
                  <a:pt x="4181834" y="2074941"/>
                </a:lnTo>
                <a:lnTo>
                  <a:pt x="4200397" y="2097438"/>
                </a:lnTo>
                <a:cubicBezTo>
                  <a:pt x="4236717" y="2151199"/>
                  <a:pt x="4257924" y="2216008"/>
                  <a:pt x="4257924" y="2285770"/>
                </a:cubicBezTo>
                <a:cubicBezTo>
                  <a:pt x="4257924" y="2471803"/>
                  <a:pt x="4107114" y="2622613"/>
                  <a:pt x="3921081" y="2622613"/>
                </a:cubicBezTo>
                <a:cubicBezTo>
                  <a:pt x="3897827" y="2622613"/>
                  <a:pt x="3875123" y="2620257"/>
                  <a:pt x="3853196" y="2615770"/>
                </a:cubicBezTo>
                <a:lnTo>
                  <a:pt x="3814032" y="2603613"/>
                </a:lnTo>
                <a:lnTo>
                  <a:pt x="3815834" y="2621487"/>
                </a:lnTo>
                <a:cubicBezTo>
                  <a:pt x="3815834" y="2807520"/>
                  <a:pt x="3665024" y="2958330"/>
                  <a:pt x="3478991" y="2958330"/>
                </a:cubicBezTo>
                <a:cubicBezTo>
                  <a:pt x="3385975" y="2958330"/>
                  <a:pt x="3301764" y="2920628"/>
                  <a:pt x="3240807" y="2859671"/>
                </a:cubicBezTo>
                <a:lnTo>
                  <a:pt x="3234397" y="2851901"/>
                </a:lnTo>
                <a:lnTo>
                  <a:pt x="3221212" y="2894374"/>
                </a:lnTo>
                <a:cubicBezTo>
                  <a:pt x="3170077" y="3015272"/>
                  <a:pt x="3050365" y="3100102"/>
                  <a:pt x="2910840" y="3100102"/>
                </a:cubicBezTo>
                <a:cubicBezTo>
                  <a:pt x="2817824" y="3100102"/>
                  <a:pt x="2733613" y="3062400"/>
                  <a:pt x="2672656" y="3001443"/>
                </a:cubicBezTo>
                <a:lnTo>
                  <a:pt x="2651372" y="2975646"/>
                </a:lnTo>
                <a:lnTo>
                  <a:pt x="2632282" y="3010816"/>
                </a:lnTo>
                <a:cubicBezTo>
                  <a:pt x="2571749" y="3100417"/>
                  <a:pt x="2469237" y="3159327"/>
                  <a:pt x="2352966" y="3159327"/>
                </a:cubicBezTo>
                <a:cubicBezTo>
                  <a:pt x="2259950" y="3159327"/>
                  <a:pt x="2175739" y="3121625"/>
                  <a:pt x="2114782" y="3060668"/>
                </a:cubicBezTo>
                <a:lnTo>
                  <a:pt x="2074810" y="3012221"/>
                </a:lnTo>
                <a:lnTo>
                  <a:pt x="2043129" y="3050619"/>
                </a:lnTo>
                <a:cubicBezTo>
                  <a:pt x="1982172" y="3111576"/>
                  <a:pt x="1897962" y="3149278"/>
                  <a:pt x="1804945" y="3149278"/>
                </a:cubicBezTo>
                <a:cubicBezTo>
                  <a:pt x="1665420" y="3149278"/>
                  <a:pt x="1545709" y="3064448"/>
                  <a:pt x="1494573" y="2943550"/>
                </a:cubicBezTo>
                <a:lnTo>
                  <a:pt x="1493697" y="2940729"/>
                </a:lnTo>
                <a:lnTo>
                  <a:pt x="1485056" y="2951202"/>
                </a:lnTo>
                <a:cubicBezTo>
                  <a:pt x="1424100" y="3012159"/>
                  <a:pt x="1339889" y="3049861"/>
                  <a:pt x="1246872" y="3049861"/>
                </a:cubicBezTo>
                <a:cubicBezTo>
                  <a:pt x="1084093" y="3049861"/>
                  <a:pt x="948282" y="2934397"/>
                  <a:pt x="916872" y="2780904"/>
                </a:cubicBezTo>
                <a:lnTo>
                  <a:pt x="910977" y="2722425"/>
                </a:lnTo>
                <a:lnTo>
                  <a:pt x="905551" y="2725370"/>
                </a:lnTo>
                <a:cubicBezTo>
                  <a:pt x="865252" y="2742416"/>
                  <a:pt x="820945" y="2751841"/>
                  <a:pt x="774437" y="2751841"/>
                </a:cubicBezTo>
                <a:cubicBezTo>
                  <a:pt x="588404" y="2751841"/>
                  <a:pt x="437594" y="2601031"/>
                  <a:pt x="437594" y="2414998"/>
                </a:cubicBezTo>
                <a:cubicBezTo>
                  <a:pt x="437594" y="2391744"/>
                  <a:pt x="439950" y="2369040"/>
                  <a:pt x="444437" y="2347113"/>
                </a:cubicBezTo>
                <a:lnTo>
                  <a:pt x="449850" y="2329676"/>
                </a:lnTo>
                <a:lnTo>
                  <a:pt x="425072" y="2332174"/>
                </a:lnTo>
                <a:cubicBezTo>
                  <a:pt x="239039" y="2332174"/>
                  <a:pt x="88229" y="2181364"/>
                  <a:pt x="88229" y="1995331"/>
                </a:cubicBezTo>
                <a:cubicBezTo>
                  <a:pt x="88229" y="1902315"/>
                  <a:pt x="125931" y="1818104"/>
                  <a:pt x="186888" y="1757147"/>
                </a:cubicBezTo>
                <a:lnTo>
                  <a:pt x="212834" y="1735740"/>
                </a:lnTo>
                <a:lnTo>
                  <a:pt x="205729" y="1733534"/>
                </a:lnTo>
                <a:cubicBezTo>
                  <a:pt x="84831" y="1682399"/>
                  <a:pt x="0" y="1562687"/>
                  <a:pt x="0" y="1423162"/>
                </a:cubicBezTo>
                <a:cubicBezTo>
                  <a:pt x="0" y="1260383"/>
                  <a:pt x="115464" y="1124572"/>
                  <a:pt x="268957" y="1093163"/>
                </a:cubicBezTo>
                <a:lnTo>
                  <a:pt x="282031" y="1091845"/>
                </a:lnTo>
                <a:lnTo>
                  <a:pt x="275118" y="1086141"/>
                </a:lnTo>
                <a:cubicBezTo>
                  <a:pt x="214161" y="1025184"/>
                  <a:pt x="176459" y="940974"/>
                  <a:pt x="176459" y="847957"/>
                </a:cubicBezTo>
                <a:cubicBezTo>
                  <a:pt x="176459" y="661924"/>
                  <a:pt x="327269" y="511114"/>
                  <a:pt x="513302" y="511114"/>
                </a:cubicBezTo>
                <a:cubicBezTo>
                  <a:pt x="542370" y="511114"/>
                  <a:pt x="570577" y="514796"/>
                  <a:pt x="597484" y="521719"/>
                </a:cubicBezTo>
                <a:lnTo>
                  <a:pt x="669438" y="550029"/>
                </a:lnTo>
                <a:lnTo>
                  <a:pt x="675917" y="485756"/>
                </a:lnTo>
                <a:cubicBezTo>
                  <a:pt x="707327" y="332262"/>
                  <a:pt x="843138" y="216798"/>
                  <a:pt x="1005917" y="216798"/>
                </a:cubicBezTo>
                <a:cubicBezTo>
                  <a:pt x="1075679" y="216798"/>
                  <a:pt x="1140489" y="238006"/>
                  <a:pt x="1194249" y="274325"/>
                </a:cubicBezTo>
                <a:lnTo>
                  <a:pt x="1229296" y="303241"/>
                </a:lnTo>
                <a:lnTo>
                  <a:pt x="1248270" y="242116"/>
                </a:lnTo>
                <a:cubicBezTo>
                  <a:pt x="1299406" y="121218"/>
                  <a:pt x="1419118" y="36387"/>
                  <a:pt x="1558642" y="36387"/>
                </a:cubicBezTo>
                <a:cubicBezTo>
                  <a:pt x="1674913" y="36387"/>
                  <a:pt x="1777425" y="95297"/>
                  <a:pt x="1837958" y="184898"/>
                </a:cubicBezTo>
                <a:lnTo>
                  <a:pt x="1847412" y="202315"/>
                </a:lnTo>
                <a:lnTo>
                  <a:pt x="1876616" y="148511"/>
                </a:lnTo>
                <a:cubicBezTo>
                  <a:pt x="1937149" y="58910"/>
                  <a:pt x="2039661" y="0"/>
                  <a:pt x="2155931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tIns="144000" rIns="46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I think everyone needs to recycle. So many people don’t recycle because they don’t know how much it helps the environment. I am going to write an article that will tell people all the reasons they should recycle. </a:t>
            </a:r>
            <a:r>
              <a:rPr lang="en-US" b="1" dirty="0">
                <a:solidFill>
                  <a:srgbClr val="000000"/>
                </a:solidFill>
              </a:rPr>
              <a:t>What is my purpose? </a:t>
            </a:r>
          </a:p>
        </p:txBody>
      </p:sp>
      <p:sp>
        <p:nvSpPr>
          <p:cNvPr id="11" name="Oval 10"/>
          <p:cNvSpPr/>
          <p:nvPr/>
        </p:nvSpPr>
        <p:spPr>
          <a:xfrm>
            <a:off x="6210300" y="2752725"/>
            <a:ext cx="79375" cy="7937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5919788" y="2651125"/>
            <a:ext cx="115887" cy="1158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3" name="Oval 12"/>
          <p:cNvSpPr/>
          <p:nvPr/>
        </p:nvSpPr>
        <p:spPr>
          <a:xfrm>
            <a:off x="5541963" y="2562225"/>
            <a:ext cx="161925" cy="1619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26" y="1339513"/>
            <a:ext cx="2524125" cy="377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08215"/>
                </a:solidFill>
                <a:latin typeface="+mn-lt"/>
              </a:rPr>
              <a:t>What’s the Purpose?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12" y="1857374"/>
            <a:ext cx="1867026" cy="4429125"/>
          </a:xfrm>
          <a:prstGeom prst="rect">
            <a:avLst/>
          </a:prstGeom>
        </p:spPr>
      </p:pic>
      <p:sp>
        <p:nvSpPr>
          <p:cNvPr id="15" name="Freeform 14"/>
          <p:cNvSpPr/>
          <p:nvPr/>
        </p:nvSpPr>
        <p:spPr>
          <a:xfrm>
            <a:off x="3625850" y="1570038"/>
            <a:ext cx="4000500" cy="2865437"/>
          </a:xfrm>
          <a:custGeom>
            <a:avLst/>
            <a:gdLst>
              <a:gd name="connsiteX0" fmla="*/ 2155931 w 4411399"/>
              <a:gd name="connsiteY0" fmla="*/ 0 h 3159327"/>
              <a:gd name="connsiteX1" fmla="*/ 2466303 w 4411399"/>
              <a:gd name="connsiteY1" fmla="*/ 205729 h 3159327"/>
              <a:gd name="connsiteX2" fmla="*/ 2468421 w 4411399"/>
              <a:gd name="connsiteY2" fmla="*/ 212550 h 3159327"/>
              <a:gd name="connsiteX3" fmla="*/ 2497726 w 4411399"/>
              <a:gd name="connsiteY3" fmla="*/ 158560 h 3159327"/>
              <a:gd name="connsiteX4" fmla="*/ 2777041 w 4411399"/>
              <a:gd name="connsiteY4" fmla="*/ 10049 h 3159327"/>
              <a:gd name="connsiteX5" fmla="*/ 3087413 w 4411399"/>
              <a:gd name="connsiteY5" fmla="*/ 215778 h 3159327"/>
              <a:gd name="connsiteX6" fmla="*/ 3091192 w 4411399"/>
              <a:gd name="connsiteY6" fmla="*/ 227951 h 3159327"/>
              <a:gd name="connsiteX7" fmla="*/ 3113304 w 4411399"/>
              <a:gd name="connsiteY7" fmla="*/ 201151 h 3159327"/>
              <a:gd name="connsiteX8" fmla="*/ 3351488 w 4411399"/>
              <a:gd name="connsiteY8" fmla="*/ 102492 h 3159327"/>
              <a:gd name="connsiteX9" fmla="*/ 3688331 w 4411399"/>
              <a:gd name="connsiteY9" fmla="*/ 439335 h 3159327"/>
              <a:gd name="connsiteX10" fmla="*/ 3686946 w 4411399"/>
              <a:gd name="connsiteY10" fmla="*/ 453076 h 3159327"/>
              <a:gd name="connsiteX11" fmla="*/ 3724574 w 4411399"/>
              <a:gd name="connsiteY11" fmla="*/ 441396 h 3159327"/>
              <a:gd name="connsiteX12" fmla="*/ 3792459 w 4411399"/>
              <a:gd name="connsiteY12" fmla="*/ 434552 h 3159327"/>
              <a:gd name="connsiteX13" fmla="*/ 4129302 w 4411399"/>
              <a:gd name="connsiteY13" fmla="*/ 771395 h 3159327"/>
              <a:gd name="connsiteX14" fmla="*/ 4122459 w 4411399"/>
              <a:gd name="connsiteY14" fmla="*/ 839281 h 3159327"/>
              <a:gd name="connsiteX15" fmla="*/ 4107054 w 4411399"/>
              <a:gd name="connsiteY15" fmla="*/ 888906 h 3159327"/>
              <a:gd name="connsiteX16" fmla="*/ 4142442 w 4411399"/>
              <a:gd name="connsiteY16" fmla="*/ 892474 h 3159327"/>
              <a:gd name="connsiteX17" fmla="*/ 4411399 w 4411399"/>
              <a:gd name="connsiteY17" fmla="*/ 1222473 h 3159327"/>
              <a:gd name="connsiteX18" fmla="*/ 4312740 w 4411399"/>
              <a:gd name="connsiteY18" fmla="*/ 1460657 h 3159327"/>
              <a:gd name="connsiteX19" fmla="*/ 4276422 w 4411399"/>
              <a:gd name="connsiteY19" fmla="*/ 1490622 h 3159327"/>
              <a:gd name="connsiteX20" fmla="*/ 4311329 w 4411399"/>
              <a:gd name="connsiteY20" fmla="*/ 1519423 h 3159327"/>
              <a:gd name="connsiteX21" fmla="*/ 4409988 w 4411399"/>
              <a:gd name="connsiteY21" fmla="*/ 1757607 h 3159327"/>
              <a:gd name="connsiteX22" fmla="*/ 4204260 w 4411399"/>
              <a:gd name="connsiteY22" fmla="*/ 2067979 h 3159327"/>
              <a:gd name="connsiteX23" fmla="*/ 4181834 w 4411399"/>
              <a:gd name="connsiteY23" fmla="*/ 2074941 h 3159327"/>
              <a:gd name="connsiteX24" fmla="*/ 4200397 w 4411399"/>
              <a:gd name="connsiteY24" fmla="*/ 2097438 h 3159327"/>
              <a:gd name="connsiteX25" fmla="*/ 4257924 w 4411399"/>
              <a:gd name="connsiteY25" fmla="*/ 2285770 h 3159327"/>
              <a:gd name="connsiteX26" fmla="*/ 3921081 w 4411399"/>
              <a:gd name="connsiteY26" fmla="*/ 2622613 h 3159327"/>
              <a:gd name="connsiteX27" fmla="*/ 3853196 w 4411399"/>
              <a:gd name="connsiteY27" fmla="*/ 2615770 h 3159327"/>
              <a:gd name="connsiteX28" fmla="*/ 3814032 w 4411399"/>
              <a:gd name="connsiteY28" fmla="*/ 2603613 h 3159327"/>
              <a:gd name="connsiteX29" fmla="*/ 3815834 w 4411399"/>
              <a:gd name="connsiteY29" fmla="*/ 2621487 h 3159327"/>
              <a:gd name="connsiteX30" fmla="*/ 3478991 w 4411399"/>
              <a:gd name="connsiteY30" fmla="*/ 2958330 h 3159327"/>
              <a:gd name="connsiteX31" fmla="*/ 3240807 w 4411399"/>
              <a:gd name="connsiteY31" fmla="*/ 2859671 h 3159327"/>
              <a:gd name="connsiteX32" fmla="*/ 3234397 w 4411399"/>
              <a:gd name="connsiteY32" fmla="*/ 2851901 h 3159327"/>
              <a:gd name="connsiteX33" fmla="*/ 3221212 w 4411399"/>
              <a:gd name="connsiteY33" fmla="*/ 2894374 h 3159327"/>
              <a:gd name="connsiteX34" fmla="*/ 2910840 w 4411399"/>
              <a:gd name="connsiteY34" fmla="*/ 3100102 h 3159327"/>
              <a:gd name="connsiteX35" fmla="*/ 2672656 w 4411399"/>
              <a:gd name="connsiteY35" fmla="*/ 3001443 h 3159327"/>
              <a:gd name="connsiteX36" fmla="*/ 2651372 w 4411399"/>
              <a:gd name="connsiteY36" fmla="*/ 2975646 h 3159327"/>
              <a:gd name="connsiteX37" fmla="*/ 2632282 w 4411399"/>
              <a:gd name="connsiteY37" fmla="*/ 3010816 h 3159327"/>
              <a:gd name="connsiteX38" fmla="*/ 2352966 w 4411399"/>
              <a:gd name="connsiteY38" fmla="*/ 3159327 h 3159327"/>
              <a:gd name="connsiteX39" fmla="*/ 2114782 w 4411399"/>
              <a:gd name="connsiteY39" fmla="*/ 3060668 h 3159327"/>
              <a:gd name="connsiteX40" fmla="*/ 2074810 w 4411399"/>
              <a:gd name="connsiteY40" fmla="*/ 3012221 h 3159327"/>
              <a:gd name="connsiteX41" fmla="*/ 2043129 w 4411399"/>
              <a:gd name="connsiteY41" fmla="*/ 3050619 h 3159327"/>
              <a:gd name="connsiteX42" fmla="*/ 1804945 w 4411399"/>
              <a:gd name="connsiteY42" fmla="*/ 3149278 h 3159327"/>
              <a:gd name="connsiteX43" fmla="*/ 1494573 w 4411399"/>
              <a:gd name="connsiteY43" fmla="*/ 2943550 h 3159327"/>
              <a:gd name="connsiteX44" fmla="*/ 1493697 w 4411399"/>
              <a:gd name="connsiteY44" fmla="*/ 2940729 h 3159327"/>
              <a:gd name="connsiteX45" fmla="*/ 1485056 w 4411399"/>
              <a:gd name="connsiteY45" fmla="*/ 2951202 h 3159327"/>
              <a:gd name="connsiteX46" fmla="*/ 1246872 w 4411399"/>
              <a:gd name="connsiteY46" fmla="*/ 3049861 h 3159327"/>
              <a:gd name="connsiteX47" fmla="*/ 916872 w 4411399"/>
              <a:gd name="connsiteY47" fmla="*/ 2780904 h 3159327"/>
              <a:gd name="connsiteX48" fmla="*/ 910977 w 4411399"/>
              <a:gd name="connsiteY48" fmla="*/ 2722425 h 3159327"/>
              <a:gd name="connsiteX49" fmla="*/ 905551 w 4411399"/>
              <a:gd name="connsiteY49" fmla="*/ 2725370 h 3159327"/>
              <a:gd name="connsiteX50" fmla="*/ 774437 w 4411399"/>
              <a:gd name="connsiteY50" fmla="*/ 2751841 h 3159327"/>
              <a:gd name="connsiteX51" fmla="*/ 437594 w 4411399"/>
              <a:gd name="connsiteY51" fmla="*/ 2414998 h 3159327"/>
              <a:gd name="connsiteX52" fmla="*/ 444437 w 4411399"/>
              <a:gd name="connsiteY52" fmla="*/ 2347113 h 3159327"/>
              <a:gd name="connsiteX53" fmla="*/ 449850 w 4411399"/>
              <a:gd name="connsiteY53" fmla="*/ 2329676 h 3159327"/>
              <a:gd name="connsiteX54" fmla="*/ 425072 w 4411399"/>
              <a:gd name="connsiteY54" fmla="*/ 2332174 h 3159327"/>
              <a:gd name="connsiteX55" fmla="*/ 88229 w 4411399"/>
              <a:gd name="connsiteY55" fmla="*/ 1995331 h 3159327"/>
              <a:gd name="connsiteX56" fmla="*/ 186888 w 4411399"/>
              <a:gd name="connsiteY56" fmla="*/ 1757147 h 3159327"/>
              <a:gd name="connsiteX57" fmla="*/ 212834 w 4411399"/>
              <a:gd name="connsiteY57" fmla="*/ 1735740 h 3159327"/>
              <a:gd name="connsiteX58" fmla="*/ 205729 w 4411399"/>
              <a:gd name="connsiteY58" fmla="*/ 1733534 h 3159327"/>
              <a:gd name="connsiteX59" fmla="*/ 0 w 4411399"/>
              <a:gd name="connsiteY59" fmla="*/ 1423162 h 3159327"/>
              <a:gd name="connsiteX60" fmla="*/ 268957 w 4411399"/>
              <a:gd name="connsiteY60" fmla="*/ 1093163 h 3159327"/>
              <a:gd name="connsiteX61" fmla="*/ 282031 w 4411399"/>
              <a:gd name="connsiteY61" fmla="*/ 1091845 h 3159327"/>
              <a:gd name="connsiteX62" fmla="*/ 275118 w 4411399"/>
              <a:gd name="connsiteY62" fmla="*/ 1086141 h 3159327"/>
              <a:gd name="connsiteX63" fmla="*/ 176459 w 4411399"/>
              <a:gd name="connsiteY63" fmla="*/ 847957 h 3159327"/>
              <a:gd name="connsiteX64" fmla="*/ 513302 w 4411399"/>
              <a:gd name="connsiteY64" fmla="*/ 511114 h 3159327"/>
              <a:gd name="connsiteX65" fmla="*/ 597484 w 4411399"/>
              <a:gd name="connsiteY65" fmla="*/ 521719 h 3159327"/>
              <a:gd name="connsiteX66" fmla="*/ 669438 w 4411399"/>
              <a:gd name="connsiteY66" fmla="*/ 550029 h 3159327"/>
              <a:gd name="connsiteX67" fmla="*/ 675917 w 4411399"/>
              <a:gd name="connsiteY67" fmla="*/ 485756 h 3159327"/>
              <a:gd name="connsiteX68" fmla="*/ 1005917 w 4411399"/>
              <a:gd name="connsiteY68" fmla="*/ 216798 h 3159327"/>
              <a:gd name="connsiteX69" fmla="*/ 1194249 w 4411399"/>
              <a:gd name="connsiteY69" fmla="*/ 274325 h 3159327"/>
              <a:gd name="connsiteX70" fmla="*/ 1229296 w 4411399"/>
              <a:gd name="connsiteY70" fmla="*/ 303241 h 3159327"/>
              <a:gd name="connsiteX71" fmla="*/ 1248270 w 4411399"/>
              <a:gd name="connsiteY71" fmla="*/ 242116 h 3159327"/>
              <a:gd name="connsiteX72" fmla="*/ 1558642 w 4411399"/>
              <a:gd name="connsiteY72" fmla="*/ 36387 h 3159327"/>
              <a:gd name="connsiteX73" fmla="*/ 1837958 w 4411399"/>
              <a:gd name="connsiteY73" fmla="*/ 184898 h 3159327"/>
              <a:gd name="connsiteX74" fmla="*/ 1847412 w 4411399"/>
              <a:gd name="connsiteY74" fmla="*/ 202315 h 3159327"/>
              <a:gd name="connsiteX75" fmla="*/ 1876616 w 4411399"/>
              <a:gd name="connsiteY75" fmla="*/ 148511 h 3159327"/>
              <a:gd name="connsiteX76" fmla="*/ 2155931 w 4411399"/>
              <a:gd name="connsiteY76" fmla="*/ 0 h 3159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4411399" h="3159327">
                <a:moveTo>
                  <a:pt x="2155931" y="0"/>
                </a:moveTo>
                <a:cubicBezTo>
                  <a:pt x="2295456" y="0"/>
                  <a:pt x="2415168" y="84831"/>
                  <a:pt x="2466303" y="205729"/>
                </a:cubicBezTo>
                <a:lnTo>
                  <a:pt x="2468421" y="212550"/>
                </a:lnTo>
                <a:lnTo>
                  <a:pt x="2497726" y="158560"/>
                </a:lnTo>
                <a:cubicBezTo>
                  <a:pt x="2558259" y="68959"/>
                  <a:pt x="2660771" y="10049"/>
                  <a:pt x="2777041" y="10049"/>
                </a:cubicBezTo>
                <a:cubicBezTo>
                  <a:pt x="2916566" y="10049"/>
                  <a:pt x="3036278" y="94880"/>
                  <a:pt x="3087413" y="215778"/>
                </a:cubicBezTo>
                <a:lnTo>
                  <a:pt x="3091192" y="227951"/>
                </a:lnTo>
                <a:lnTo>
                  <a:pt x="3113304" y="201151"/>
                </a:lnTo>
                <a:cubicBezTo>
                  <a:pt x="3174261" y="140194"/>
                  <a:pt x="3258472" y="102492"/>
                  <a:pt x="3351488" y="102492"/>
                </a:cubicBezTo>
                <a:cubicBezTo>
                  <a:pt x="3537521" y="102492"/>
                  <a:pt x="3688331" y="253302"/>
                  <a:pt x="3688331" y="439335"/>
                </a:cubicBezTo>
                <a:lnTo>
                  <a:pt x="3686946" y="453076"/>
                </a:lnTo>
                <a:lnTo>
                  <a:pt x="3724574" y="441396"/>
                </a:lnTo>
                <a:cubicBezTo>
                  <a:pt x="3746501" y="436909"/>
                  <a:pt x="3769205" y="434552"/>
                  <a:pt x="3792459" y="434552"/>
                </a:cubicBezTo>
                <a:cubicBezTo>
                  <a:pt x="3978492" y="434552"/>
                  <a:pt x="4129302" y="585362"/>
                  <a:pt x="4129302" y="771395"/>
                </a:cubicBezTo>
                <a:cubicBezTo>
                  <a:pt x="4129302" y="794649"/>
                  <a:pt x="4126946" y="817353"/>
                  <a:pt x="4122459" y="839281"/>
                </a:cubicBezTo>
                <a:lnTo>
                  <a:pt x="4107054" y="888906"/>
                </a:lnTo>
                <a:lnTo>
                  <a:pt x="4142442" y="892474"/>
                </a:lnTo>
                <a:cubicBezTo>
                  <a:pt x="4295935" y="923883"/>
                  <a:pt x="4411399" y="1059694"/>
                  <a:pt x="4411399" y="1222473"/>
                </a:cubicBezTo>
                <a:cubicBezTo>
                  <a:pt x="4411399" y="1315490"/>
                  <a:pt x="4373697" y="1399700"/>
                  <a:pt x="4312740" y="1460657"/>
                </a:cubicBezTo>
                <a:lnTo>
                  <a:pt x="4276422" y="1490622"/>
                </a:lnTo>
                <a:lnTo>
                  <a:pt x="4311329" y="1519423"/>
                </a:lnTo>
                <a:cubicBezTo>
                  <a:pt x="4372286" y="1580380"/>
                  <a:pt x="4409988" y="1664591"/>
                  <a:pt x="4409988" y="1757607"/>
                </a:cubicBezTo>
                <a:cubicBezTo>
                  <a:pt x="4409988" y="1897132"/>
                  <a:pt x="4325158" y="2016844"/>
                  <a:pt x="4204260" y="2067979"/>
                </a:cubicBezTo>
                <a:lnTo>
                  <a:pt x="4181834" y="2074941"/>
                </a:lnTo>
                <a:lnTo>
                  <a:pt x="4200397" y="2097438"/>
                </a:lnTo>
                <a:cubicBezTo>
                  <a:pt x="4236717" y="2151199"/>
                  <a:pt x="4257924" y="2216008"/>
                  <a:pt x="4257924" y="2285770"/>
                </a:cubicBezTo>
                <a:cubicBezTo>
                  <a:pt x="4257924" y="2471803"/>
                  <a:pt x="4107114" y="2622613"/>
                  <a:pt x="3921081" y="2622613"/>
                </a:cubicBezTo>
                <a:cubicBezTo>
                  <a:pt x="3897827" y="2622613"/>
                  <a:pt x="3875123" y="2620257"/>
                  <a:pt x="3853196" y="2615770"/>
                </a:cubicBezTo>
                <a:lnTo>
                  <a:pt x="3814032" y="2603613"/>
                </a:lnTo>
                <a:lnTo>
                  <a:pt x="3815834" y="2621487"/>
                </a:lnTo>
                <a:cubicBezTo>
                  <a:pt x="3815834" y="2807520"/>
                  <a:pt x="3665024" y="2958330"/>
                  <a:pt x="3478991" y="2958330"/>
                </a:cubicBezTo>
                <a:cubicBezTo>
                  <a:pt x="3385975" y="2958330"/>
                  <a:pt x="3301764" y="2920628"/>
                  <a:pt x="3240807" y="2859671"/>
                </a:cubicBezTo>
                <a:lnTo>
                  <a:pt x="3234397" y="2851901"/>
                </a:lnTo>
                <a:lnTo>
                  <a:pt x="3221212" y="2894374"/>
                </a:lnTo>
                <a:cubicBezTo>
                  <a:pt x="3170077" y="3015272"/>
                  <a:pt x="3050365" y="3100102"/>
                  <a:pt x="2910840" y="3100102"/>
                </a:cubicBezTo>
                <a:cubicBezTo>
                  <a:pt x="2817824" y="3100102"/>
                  <a:pt x="2733613" y="3062400"/>
                  <a:pt x="2672656" y="3001443"/>
                </a:cubicBezTo>
                <a:lnTo>
                  <a:pt x="2651372" y="2975646"/>
                </a:lnTo>
                <a:lnTo>
                  <a:pt x="2632282" y="3010816"/>
                </a:lnTo>
                <a:cubicBezTo>
                  <a:pt x="2571749" y="3100417"/>
                  <a:pt x="2469237" y="3159327"/>
                  <a:pt x="2352966" y="3159327"/>
                </a:cubicBezTo>
                <a:cubicBezTo>
                  <a:pt x="2259950" y="3159327"/>
                  <a:pt x="2175739" y="3121625"/>
                  <a:pt x="2114782" y="3060668"/>
                </a:cubicBezTo>
                <a:lnTo>
                  <a:pt x="2074810" y="3012221"/>
                </a:lnTo>
                <a:lnTo>
                  <a:pt x="2043129" y="3050619"/>
                </a:lnTo>
                <a:cubicBezTo>
                  <a:pt x="1982172" y="3111576"/>
                  <a:pt x="1897962" y="3149278"/>
                  <a:pt x="1804945" y="3149278"/>
                </a:cubicBezTo>
                <a:cubicBezTo>
                  <a:pt x="1665420" y="3149278"/>
                  <a:pt x="1545709" y="3064448"/>
                  <a:pt x="1494573" y="2943550"/>
                </a:cubicBezTo>
                <a:lnTo>
                  <a:pt x="1493697" y="2940729"/>
                </a:lnTo>
                <a:lnTo>
                  <a:pt x="1485056" y="2951202"/>
                </a:lnTo>
                <a:cubicBezTo>
                  <a:pt x="1424100" y="3012159"/>
                  <a:pt x="1339889" y="3049861"/>
                  <a:pt x="1246872" y="3049861"/>
                </a:cubicBezTo>
                <a:cubicBezTo>
                  <a:pt x="1084093" y="3049861"/>
                  <a:pt x="948282" y="2934397"/>
                  <a:pt x="916872" y="2780904"/>
                </a:cubicBezTo>
                <a:lnTo>
                  <a:pt x="910977" y="2722425"/>
                </a:lnTo>
                <a:lnTo>
                  <a:pt x="905551" y="2725370"/>
                </a:lnTo>
                <a:cubicBezTo>
                  <a:pt x="865252" y="2742416"/>
                  <a:pt x="820945" y="2751841"/>
                  <a:pt x="774437" y="2751841"/>
                </a:cubicBezTo>
                <a:cubicBezTo>
                  <a:pt x="588404" y="2751841"/>
                  <a:pt x="437594" y="2601031"/>
                  <a:pt x="437594" y="2414998"/>
                </a:cubicBezTo>
                <a:cubicBezTo>
                  <a:pt x="437594" y="2391744"/>
                  <a:pt x="439950" y="2369040"/>
                  <a:pt x="444437" y="2347113"/>
                </a:cubicBezTo>
                <a:lnTo>
                  <a:pt x="449850" y="2329676"/>
                </a:lnTo>
                <a:lnTo>
                  <a:pt x="425072" y="2332174"/>
                </a:lnTo>
                <a:cubicBezTo>
                  <a:pt x="239039" y="2332174"/>
                  <a:pt x="88229" y="2181364"/>
                  <a:pt x="88229" y="1995331"/>
                </a:cubicBezTo>
                <a:cubicBezTo>
                  <a:pt x="88229" y="1902315"/>
                  <a:pt x="125931" y="1818104"/>
                  <a:pt x="186888" y="1757147"/>
                </a:cubicBezTo>
                <a:lnTo>
                  <a:pt x="212834" y="1735740"/>
                </a:lnTo>
                <a:lnTo>
                  <a:pt x="205729" y="1733534"/>
                </a:lnTo>
                <a:cubicBezTo>
                  <a:pt x="84831" y="1682399"/>
                  <a:pt x="0" y="1562687"/>
                  <a:pt x="0" y="1423162"/>
                </a:cubicBezTo>
                <a:cubicBezTo>
                  <a:pt x="0" y="1260383"/>
                  <a:pt x="115464" y="1124572"/>
                  <a:pt x="268957" y="1093163"/>
                </a:cubicBezTo>
                <a:lnTo>
                  <a:pt x="282031" y="1091845"/>
                </a:lnTo>
                <a:lnTo>
                  <a:pt x="275118" y="1086141"/>
                </a:lnTo>
                <a:cubicBezTo>
                  <a:pt x="214161" y="1025184"/>
                  <a:pt x="176459" y="940974"/>
                  <a:pt x="176459" y="847957"/>
                </a:cubicBezTo>
                <a:cubicBezTo>
                  <a:pt x="176459" y="661924"/>
                  <a:pt x="327269" y="511114"/>
                  <a:pt x="513302" y="511114"/>
                </a:cubicBezTo>
                <a:cubicBezTo>
                  <a:pt x="542370" y="511114"/>
                  <a:pt x="570577" y="514796"/>
                  <a:pt x="597484" y="521719"/>
                </a:cubicBezTo>
                <a:lnTo>
                  <a:pt x="669438" y="550029"/>
                </a:lnTo>
                <a:lnTo>
                  <a:pt x="675917" y="485756"/>
                </a:lnTo>
                <a:cubicBezTo>
                  <a:pt x="707327" y="332262"/>
                  <a:pt x="843138" y="216798"/>
                  <a:pt x="1005917" y="216798"/>
                </a:cubicBezTo>
                <a:cubicBezTo>
                  <a:pt x="1075679" y="216798"/>
                  <a:pt x="1140489" y="238006"/>
                  <a:pt x="1194249" y="274325"/>
                </a:cubicBezTo>
                <a:lnTo>
                  <a:pt x="1229296" y="303241"/>
                </a:lnTo>
                <a:lnTo>
                  <a:pt x="1248270" y="242116"/>
                </a:lnTo>
                <a:cubicBezTo>
                  <a:pt x="1299406" y="121218"/>
                  <a:pt x="1419118" y="36387"/>
                  <a:pt x="1558642" y="36387"/>
                </a:cubicBezTo>
                <a:cubicBezTo>
                  <a:pt x="1674913" y="36387"/>
                  <a:pt x="1777425" y="95297"/>
                  <a:pt x="1837958" y="184898"/>
                </a:cubicBezTo>
                <a:lnTo>
                  <a:pt x="1847412" y="202315"/>
                </a:lnTo>
                <a:lnTo>
                  <a:pt x="1876616" y="148511"/>
                </a:lnTo>
                <a:cubicBezTo>
                  <a:pt x="1937149" y="58910"/>
                  <a:pt x="2039661" y="0"/>
                  <a:pt x="2155931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Ins="36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I have this idea of a silly book about a turtle that tries to grow a mustache. I think my little brother would really love to read and laugh at that story. </a:t>
            </a:r>
            <a:r>
              <a:rPr lang="en-US" b="1" dirty="0">
                <a:solidFill>
                  <a:srgbClr val="000000"/>
                </a:solidFill>
              </a:rPr>
              <a:t>What is my purpose?</a:t>
            </a:r>
          </a:p>
        </p:txBody>
      </p:sp>
      <p:sp>
        <p:nvSpPr>
          <p:cNvPr id="16" name="Oval 15"/>
          <p:cNvSpPr/>
          <p:nvPr/>
        </p:nvSpPr>
        <p:spPr>
          <a:xfrm>
            <a:off x="2622550" y="2752725"/>
            <a:ext cx="80963" cy="809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7" name="Oval 16"/>
          <p:cNvSpPr/>
          <p:nvPr/>
        </p:nvSpPr>
        <p:spPr>
          <a:xfrm>
            <a:off x="2889250" y="2667000"/>
            <a:ext cx="115888" cy="1158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8" name="Oval 17"/>
          <p:cNvSpPr/>
          <p:nvPr/>
        </p:nvSpPr>
        <p:spPr>
          <a:xfrm>
            <a:off x="3227388" y="2581275"/>
            <a:ext cx="160337" cy="1619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50" y="1570038"/>
            <a:ext cx="5330532" cy="31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1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0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owerPoint Guidance.pptx" id="{34442D15-F5BB-4F73-9606-C8812E688AB8}" vid="{28CC8FB8-836C-49DA-A823-EC8BE3E520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104</TotalTime>
  <Words>220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Twinkl</vt:lpstr>
      <vt:lpstr>Twinkl SemiBold</vt:lpstr>
      <vt:lpstr>Calibri</vt:lpstr>
      <vt:lpstr>Arial</vt:lpstr>
      <vt:lpstr>Office Theme</vt:lpstr>
      <vt:lpstr>PowerPoint Presentation</vt:lpstr>
      <vt:lpstr>What is “Author’s Purpose?”</vt:lpstr>
      <vt:lpstr>Author’s Purpose</vt:lpstr>
      <vt:lpstr>Persuade</vt:lpstr>
      <vt:lpstr>Inform</vt:lpstr>
      <vt:lpstr>Entertain</vt:lpstr>
      <vt:lpstr>What’s the Purpose?</vt:lpstr>
      <vt:lpstr>What’s the Purpose?</vt:lpstr>
      <vt:lpstr>What’s the Purpose?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Guidance</dc:title>
  <dc:creator>Thomas Becker</dc:creator>
  <cp:lastModifiedBy>Thomas Becker</cp:lastModifiedBy>
  <cp:revision>48</cp:revision>
  <dcterms:created xsi:type="dcterms:W3CDTF">2019-11-20T14:28:51Z</dcterms:created>
  <dcterms:modified xsi:type="dcterms:W3CDTF">2019-11-21T08:53:25Z</dcterms:modified>
</cp:coreProperties>
</file>